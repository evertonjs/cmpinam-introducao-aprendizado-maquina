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</p:sldMasterIdLst>
  <p:notesMasterIdLst>
    <p:notesMasterId r:id="rId35"/>
  </p:notesMasterIdLst>
  <p:sldIdLst>
    <p:sldId id="257" r:id="rId3"/>
    <p:sldId id="1152" r:id="rId4"/>
    <p:sldId id="1153" r:id="rId5"/>
    <p:sldId id="1157" r:id="rId6"/>
    <p:sldId id="1154" r:id="rId7"/>
    <p:sldId id="1158" r:id="rId8"/>
    <p:sldId id="1159" r:id="rId9"/>
    <p:sldId id="1160" r:id="rId10"/>
    <p:sldId id="1161" r:id="rId11"/>
    <p:sldId id="1162" r:id="rId12"/>
    <p:sldId id="1163" r:id="rId13"/>
    <p:sldId id="1184" r:id="rId14"/>
    <p:sldId id="1164" r:id="rId15"/>
    <p:sldId id="1167" r:id="rId16"/>
    <p:sldId id="1188" r:id="rId17"/>
    <p:sldId id="1187" r:id="rId18"/>
    <p:sldId id="1186" r:id="rId19"/>
    <p:sldId id="1190" r:id="rId20"/>
    <p:sldId id="781" r:id="rId21"/>
    <p:sldId id="1171" r:id="rId22"/>
    <p:sldId id="1178" r:id="rId23"/>
    <p:sldId id="1173" r:id="rId24"/>
    <p:sldId id="1174" r:id="rId25"/>
    <p:sldId id="1176" r:id="rId26"/>
    <p:sldId id="1175" r:id="rId27"/>
    <p:sldId id="1172" r:id="rId28"/>
    <p:sldId id="1179" r:id="rId29"/>
    <p:sldId id="1182" r:id="rId30"/>
    <p:sldId id="1180" r:id="rId31"/>
    <p:sldId id="1181" r:id="rId32"/>
    <p:sldId id="1183" r:id="rId33"/>
    <p:sldId id="116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6969"/>
    <a:srgbClr val="FF5657"/>
    <a:srgbClr val="358EF2"/>
    <a:srgbClr val="376C8A"/>
    <a:srgbClr val="FF564F"/>
    <a:srgbClr val="0FC391"/>
    <a:srgbClr val="000000"/>
    <a:srgbClr val="4472C4"/>
    <a:srgbClr val="FFE1AD"/>
    <a:srgbClr val="F7A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66"/>
    <p:restoredTop sz="96291"/>
  </p:normalViewPr>
  <p:slideViewPr>
    <p:cSldViewPr snapToGrid="0" snapToObjects="1" showGuides="1">
      <p:cViewPr varScale="1">
        <p:scale>
          <a:sx n="85" d="100"/>
          <a:sy n="85" d="100"/>
        </p:scale>
        <p:origin x="864" y="48"/>
      </p:cViewPr>
      <p:guideLst>
        <p:guide orient="horz" pos="222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Martins" userId="f8f09c98-71f0-450b-b670-36841d96801a" providerId="ADAL" clId="{A008F156-D24F-8442-A3BB-0DC897C91F5D}"/>
    <pc:docChg chg="undo custSel addSld delSld modSld">
      <pc:chgData name="Samuel Martins" userId="f8f09c98-71f0-450b-b670-36841d96801a" providerId="ADAL" clId="{A008F156-D24F-8442-A3BB-0DC897C91F5D}" dt="2022-09-15T20:06:35.735" v="64" actId="14100"/>
      <pc:docMkLst>
        <pc:docMk/>
      </pc:docMkLst>
      <pc:sldChg chg="delSp">
        <pc:chgData name="Samuel Martins" userId="f8f09c98-71f0-450b-b670-36841d96801a" providerId="ADAL" clId="{A008F156-D24F-8442-A3BB-0DC897C91F5D}" dt="2022-09-15T20:02:53.600" v="0" actId="478"/>
        <pc:sldMkLst>
          <pc:docMk/>
          <pc:sldMk cId="0" sldId="257"/>
        </pc:sldMkLst>
        <pc:spChg chg="del">
          <ac:chgData name="Samuel Martins" userId="f8f09c98-71f0-450b-b670-36841d96801a" providerId="ADAL" clId="{A008F156-D24F-8442-A3BB-0DC897C91F5D}" dt="2022-09-15T20:02:53.600" v="0" actId="478"/>
          <ac:spMkLst>
            <pc:docMk/>
            <pc:sldMk cId="0" sldId="257"/>
            <ac:spMk id="182" creationId="{00000000-0000-0000-0000-000000000000}"/>
          </ac:spMkLst>
        </pc:spChg>
      </pc:sldChg>
      <pc:sldChg chg="modSp">
        <pc:chgData name="Samuel Martins" userId="f8f09c98-71f0-450b-b670-36841d96801a" providerId="ADAL" clId="{A008F156-D24F-8442-A3BB-0DC897C91F5D}" dt="2022-09-15T20:06:35.735" v="64" actId="14100"/>
        <pc:sldMkLst>
          <pc:docMk/>
          <pc:sldMk cId="592475965" sldId="781"/>
        </pc:sldMkLst>
        <pc:spChg chg="mod">
          <ac:chgData name="Samuel Martins" userId="f8f09c98-71f0-450b-b670-36841d96801a" providerId="ADAL" clId="{A008F156-D24F-8442-A3BB-0DC897C91F5D}" dt="2022-09-15T20:06:35.735" v="64" actId="14100"/>
          <ac:spMkLst>
            <pc:docMk/>
            <pc:sldMk cId="592475965" sldId="781"/>
            <ac:spMk id="24" creationId="{845E264F-32C9-8D49-9FE2-3E217F9A3EC2}"/>
          </ac:spMkLst>
        </pc:spChg>
      </pc:sldChg>
      <pc:sldChg chg="modSp">
        <pc:chgData name="Samuel Martins" userId="f8f09c98-71f0-450b-b670-36841d96801a" providerId="ADAL" clId="{A008F156-D24F-8442-A3BB-0DC897C91F5D}" dt="2022-09-15T20:03:13.808" v="4" actId="403"/>
        <pc:sldMkLst>
          <pc:docMk/>
          <pc:sldMk cId="0" sldId="1152"/>
        </pc:sldMkLst>
        <pc:graphicFrameChg chg="mod modGraphic">
          <ac:chgData name="Samuel Martins" userId="f8f09c98-71f0-450b-b670-36841d96801a" providerId="ADAL" clId="{A008F156-D24F-8442-A3BB-0DC897C91F5D}" dt="2022-09-15T20:03:13.808" v="4" actId="403"/>
          <ac:graphicFrameMkLst>
            <pc:docMk/>
            <pc:sldMk cId="0" sldId="1152"/>
            <ac:graphicFrameMk id="19" creationId="{00000000-0000-0000-0000-000000000000}"/>
          </ac:graphicFrameMkLst>
        </pc:graphicFrameChg>
      </pc:sldChg>
      <pc:sldChg chg="delSp">
        <pc:chgData name="Samuel Martins" userId="f8f09c98-71f0-450b-b670-36841d96801a" providerId="ADAL" clId="{A008F156-D24F-8442-A3BB-0DC897C91F5D}" dt="2022-09-15T20:02:58.688" v="1" actId="478"/>
        <pc:sldMkLst>
          <pc:docMk/>
          <pc:sldMk cId="2437124116" sldId="1165"/>
        </pc:sldMkLst>
        <pc:spChg chg="del">
          <ac:chgData name="Samuel Martins" userId="f8f09c98-71f0-450b-b670-36841d96801a" providerId="ADAL" clId="{A008F156-D24F-8442-A3BB-0DC897C91F5D}" dt="2022-09-15T20:02:58.688" v="1" actId="478"/>
          <ac:spMkLst>
            <pc:docMk/>
            <pc:sldMk cId="2437124116" sldId="1165"/>
            <ac:spMk id="182" creationId="{00000000-0000-0000-0000-000000000000}"/>
          </ac:spMkLst>
        </pc:spChg>
      </pc:sldChg>
      <pc:sldChg chg="del">
        <pc:chgData name="Samuel Martins" userId="f8f09c98-71f0-450b-b670-36841d96801a" providerId="ADAL" clId="{A008F156-D24F-8442-A3BB-0DC897C91F5D}" dt="2022-09-15T20:06:23.536" v="62" actId="2696"/>
        <pc:sldMkLst>
          <pc:docMk/>
          <pc:sldMk cId="1793896437" sldId="1166"/>
        </pc:sldMkLst>
      </pc:sldChg>
      <pc:sldChg chg="delSp modSp">
        <pc:chgData name="Samuel Martins" userId="f8f09c98-71f0-450b-b670-36841d96801a" providerId="ADAL" clId="{A008F156-D24F-8442-A3BB-0DC897C91F5D}" dt="2022-09-15T20:04:46.069" v="30" actId="478"/>
        <pc:sldMkLst>
          <pc:docMk/>
          <pc:sldMk cId="3057181688" sldId="1167"/>
        </pc:sldMkLst>
        <pc:spChg chg="del">
          <ac:chgData name="Samuel Martins" userId="f8f09c98-71f0-450b-b670-36841d96801a" providerId="ADAL" clId="{A008F156-D24F-8442-A3BB-0DC897C91F5D}" dt="2022-09-15T20:04:31.061" v="26" actId="478"/>
          <ac:spMkLst>
            <pc:docMk/>
            <pc:sldMk cId="3057181688" sldId="1167"/>
            <ac:spMk id="221" creationId="{67DD5DCF-A5AD-754B-921C-BBF68973B35F}"/>
          </ac:spMkLst>
        </pc:spChg>
        <pc:spChg chg="del">
          <ac:chgData name="Samuel Martins" userId="f8f09c98-71f0-450b-b670-36841d96801a" providerId="ADAL" clId="{A008F156-D24F-8442-A3BB-0DC897C91F5D}" dt="2022-09-15T20:04:31.061" v="26" actId="478"/>
          <ac:spMkLst>
            <pc:docMk/>
            <pc:sldMk cId="3057181688" sldId="1167"/>
            <ac:spMk id="222" creationId="{07A0ABCD-FC0E-B646-954E-C2F8D531909F}"/>
          </ac:spMkLst>
        </pc:spChg>
        <pc:spChg chg="del">
          <ac:chgData name="Samuel Martins" userId="f8f09c98-71f0-450b-b670-36841d96801a" providerId="ADAL" clId="{A008F156-D24F-8442-A3BB-0DC897C91F5D}" dt="2022-09-15T20:04:46.069" v="30" actId="478"/>
          <ac:spMkLst>
            <pc:docMk/>
            <pc:sldMk cId="3057181688" sldId="1167"/>
            <ac:spMk id="229" creationId="{74B938A1-EF18-3945-8CE0-554361F70658}"/>
          </ac:spMkLst>
        </pc:spChg>
        <pc:spChg chg="del">
          <ac:chgData name="Samuel Martins" userId="f8f09c98-71f0-450b-b670-36841d96801a" providerId="ADAL" clId="{A008F156-D24F-8442-A3BB-0DC897C91F5D}" dt="2022-09-15T20:04:40.438" v="28" actId="478"/>
          <ac:spMkLst>
            <pc:docMk/>
            <pc:sldMk cId="3057181688" sldId="1167"/>
            <ac:spMk id="230" creationId="{0EE9E6E7-0F8D-2A4A-A9CD-133D96930B20}"/>
          </ac:spMkLst>
        </pc:spChg>
        <pc:spChg chg="del">
          <ac:chgData name="Samuel Martins" userId="f8f09c98-71f0-450b-b670-36841d96801a" providerId="ADAL" clId="{A008F156-D24F-8442-A3BB-0DC897C91F5D}" dt="2022-09-15T20:04:28.093" v="25" actId="478"/>
          <ac:spMkLst>
            <pc:docMk/>
            <pc:sldMk cId="3057181688" sldId="1167"/>
            <ac:spMk id="231" creationId="{7D554D25-54FE-4342-9831-BD74B6A2D686}"/>
          </ac:spMkLst>
        </pc:spChg>
        <pc:spChg chg="mod">
          <ac:chgData name="Samuel Martins" userId="f8f09c98-71f0-450b-b670-36841d96801a" providerId="ADAL" clId="{A008F156-D24F-8442-A3BB-0DC897C91F5D}" dt="2022-09-15T20:04:17.505" v="23" actId="404"/>
          <ac:spMkLst>
            <pc:docMk/>
            <pc:sldMk cId="3057181688" sldId="1167"/>
            <ac:spMk id="235" creationId="{79A12AAB-3715-0F48-BA69-AE945027FB7C}"/>
          </ac:spMkLst>
        </pc:spChg>
        <pc:spChg chg="del mod">
          <ac:chgData name="Samuel Martins" userId="f8f09c98-71f0-450b-b670-36841d96801a" providerId="ADAL" clId="{A008F156-D24F-8442-A3BB-0DC897C91F5D}" dt="2022-09-15T20:04:46.069" v="30" actId="478"/>
          <ac:spMkLst>
            <pc:docMk/>
            <pc:sldMk cId="3057181688" sldId="1167"/>
            <ac:spMk id="236" creationId="{903E40F4-B663-8B46-9E70-95E47F9BAD4E}"/>
          </ac:spMkLst>
        </pc:spChg>
        <pc:spChg chg="del mod">
          <ac:chgData name="Samuel Martins" userId="f8f09c98-71f0-450b-b670-36841d96801a" providerId="ADAL" clId="{A008F156-D24F-8442-A3BB-0DC897C91F5D}" dt="2022-09-15T20:04:40.438" v="28" actId="478"/>
          <ac:spMkLst>
            <pc:docMk/>
            <pc:sldMk cId="3057181688" sldId="1167"/>
            <ac:spMk id="237" creationId="{125590C9-5904-E148-AC4E-951CC155D98B}"/>
          </ac:spMkLst>
        </pc:spChg>
        <pc:spChg chg="del mod">
          <ac:chgData name="Samuel Martins" userId="f8f09c98-71f0-450b-b670-36841d96801a" providerId="ADAL" clId="{A008F156-D24F-8442-A3BB-0DC897C91F5D}" dt="2022-09-15T20:04:28.093" v="25" actId="478"/>
          <ac:spMkLst>
            <pc:docMk/>
            <pc:sldMk cId="3057181688" sldId="1167"/>
            <ac:spMk id="239" creationId="{9292A6EA-92B8-9D4F-9C65-FD1CBA7C990D}"/>
          </ac:spMkLst>
        </pc:spChg>
        <pc:grpChg chg="del">
          <ac:chgData name="Samuel Martins" userId="f8f09c98-71f0-450b-b670-36841d96801a" providerId="ADAL" clId="{A008F156-D24F-8442-A3BB-0DC897C91F5D}" dt="2022-09-15T20:04:40.438" v="28" actId="478"/>
          <ac:grpSpMkLst>
            <pc:docMk/>
            <pc:sldMk cId="3057181688" sldId="1167"/>
            <ac:grpSpMk id="73" creationId="{564DBA40-3504-F64E-97BF-C2F9950C7147}"/>
          </ac:grpSpMkLst>
        </pc:grpChg>
        <pc:grpChg chg="del">
          <ac:chgData name="Samuel Martins" userId="f8f09c98-71f0-450b-b670-36841d96801a" providerId="ADAL" clId="{A008F156-D24F-8442-A3BB-0DC897C91F5D}" dt="2022-09-15T20:04:28.093" v="25" actId="478"/>
          <ac:grpSpMkLst>
            <pc:docMk/>
            <pc:sldMk cId="3057181688" sldId="1167"/>
            <ac:grpSpMk id="206" creationId="{D730E2A1-0C7F-B64F-94E5-56AFFA9DA07E}"/>
          </ac:grpSpMkLst>
        </pc:grpChg>
        <pc:grpChg chg="del">
          <ac:chgData name="Samuel Martins" userId="f8f09c98-71f0-450b-b670-36841d96801a" providerId="ADAL" clId="{A008F156-D24F-8442-A3BB-0DC897C91F5D}" dt="2022-09-15T20:04:46.069" v="30" actId="478"/>
          <ac:grpSpMkLst>
            <pc:docMk/>
            <pc:sldMk cId="3057181688" sldId="1167"/>
            <ac:grpSpMk id="225" creationId="{84B93266-2874-4241-912E-295231A50F2A}"/>
          </ac:grpSpMkLst>
        </pc:grpChg>
        <pc:cxnChg chg="mod">
          <ac:chgData name="Samuel Martins" userId="f8f09c98-71f0-450b-b670-36841d96801a" providerId="ADAL" clId="{A008F156-D24F-8442-A3BB-0DC897C91F5D}" dt="2022-09-15T20:04:46.069" v="30" actId="478"/>
          <ac:cxnSpMkLst>
            <pc:docMk/>
            <pc:sldMk cId="3057181688" sldId="1167"/>
            <ac:cxnSpMk id="26" creationId="{6359F053-B0D0-F548-965A-611014D320F9}"/>
          </ac:cxnSpMkLst>
        </pc:cxnChg>
        <pc:cxnChg chg="mod">
          <ac:chgData name="Samuel Martins" userId="f8f09c98-71f0-450b-b670-36841d96801a" providerId="ADAL" clId="{A008F156-D24F-8442-A3BB-0DC897C91F5D}" dt="2022-09-15T20:04:40.438" v="28" actId="478"/>
          <ac:cxnSpMkLst>
            <pc:docMk/>
            <pc:sldMk cId="3057181688" sldId="1167"/>
            <ac:cxnSpMk id="75" creationId="{F20969CF-C6A5-4044-A1D7-40119E8AC26E}"/>
          </ac:cxnSpMkLst>
        </pc:cxnChg>
        <pc:cxnChg chg="mod">
          <ac:chgData name="Samuel Martins" userId="f8f09c98-71f0-450b-b670-36841d96801a" providerId="ADAL" clId="{A008F156-D24F-8442-A3BB-0DC897C91F5D}" dt="2022-09-15T20:04:40.438" v="28" actId="478"/>
          <ac:cxnSpMkLst>
            <pc:docMk/>
            <pc:sldMk cId="3057181688" sldId="1167"/>
            <ac:cxnSpMk id="76" creationId="{2A2950DD-0A89-EC46-B897-4DB5FDDAAD49}"/>
          </ac:cxnSpMkLst>
        </pc:cxnChg>
        <pc:cxnChg chg="mod">
          <ac:chgData name="Samuel Martins" userId="f8f09c98-71f0-450b-b670-36841d96801a" providerId="ADAL" clId="{A008F156-D24F-8442-A3BB-0DC897C91F5D}" dt="2022-09-15T20:04:28.093" v="25" actId="478"/>
          <ac:cxnSpMkLst>
            <pc:docMk/>
            <pc:sldMk cId="3057181688" sldId="1167"/>
            <ac:cxnSpMk id="82" creationId="{3F80AE70-B2E2-0145-A3FE-B016F96BE30A}"/>
          </ac:cxnSpMkLst>
        </pc:cxnChg>
      </pc:sldChg>
      <pc:sldChg chg="del">
        <pc:chgData name="Samuel Martins" userId="f8f09c98-71f0-450b-b670-36841d96801a" providerId="ADAL" clId="{A008F156-D24F-8442-A3BB-0DC897C91F5D}" dt="2022-09-15T20:04:50.738" v="33" actId="2696"/>
        <pc:sldMkLst>
          <pc:docMk/>
          <pc:sldMk cId="3854743588" sldId="1168"/>
        </pc:sldMkLst>
      </pc:sldChg>
      <pc:sldChg chg="del">
        <pc:chgData name="Samuel Martins" userId="f8f09c98-71f0-450b-b670-36841d96801a" providerId="ADAL" clId="{A008F156-D24F-8442-A3BB-0DC897C91F5D}" dt="2022-09-15T20:04:50.599" v="32" actId="2696"/>
        <pc:sldMkLst>
          <pc:docMk/>
          <pc:sldMk cId="146861099" sldId="1169"/>
        </pc:sldMkLst>
      </pc:sldChg>
      <pc:sldChg chg="del">
        <pc:chgData name="Samuel Martins" userId="f8f09c98-71f0-450b-b670-36841d96801a" providerId="ADAL" clId="{A008F156-D24F-8442-A3BB-0DC897C91F5D}" dt="2022-09-15T20:04:50.523" v="31" actId="2696"/>
        <pc:sldMkLst>
          <pc:docMk/>
          <pc:sldMk cId="2554504216" sldId="1170"/>
        </pc:sldMkLst>
      </pc:sldChg>
      <pc:sldChg chg="addSp delSp modSp">
        <pc:chgData name="Samuel Martins" userId="f8f09c98-71f0-450b-b670-36841d96801a" providerId="ADAL" clId="{A008F156-D24F-8442-A3BB-0DC897C91F5D}" dt="2022-09-15T20:06:14.764" v="61" actId="14100"/>
        <pc:sldMkLst>
          <pc:docMk/>
          <pc:sldMk cId="165934972" sldId="1185"/>
        </pc:sldMkLst>
        <pc:spChg chg="add del mod">
          <ac:chgData name="Samuel Martins" userId="f8f09c98-71f0-450b-b670-36841d96801a" providerId="ADAL" clId="{A008F156-D24F-8442-A3BB-0DC897C91F5D}" dt="2022-09-15T20:06:14.764" v="61" actId="14100"/>
          <ac:spMkLst>
            <pc:docMk/>
            <pc:sldMk cId="165934972" sldId="1185"/>
            <ac:spMk id="2" creationId="{0924362D-51B3-C844-BA23-4BF06176DC07}"/>
          </ac:spMkLst>
        </pc:spChg>
        <pc:picChg chg="del">
          <ac:chgData name="Samuel Martins" userId="f8f09c98-71f0-450b-b670-36841d96801a" providerId="ADAL" clId="{A008F156-D24F-8442-A3BB-0DC897C91F5D}" dt="2022-09-15T20:05:21.171" v="39"/>
          <ac:picMkLst>
            <pc:docMk/>
            <pc:sldMk cId="165934972" sldId="1185"/>
            <ac:picMk id="62" creationId="{D3DDC497-51AF-EC46-8C0B-6FE38B649B41}"/>
          </ac:picMkLst>
        </pc:picChg>
        <pc:picChg chg="add">
          <ac:chgData name="Samuel Martins" userId="f8f09c98-71f0-450b-b670-36841d96801a" providerId="ADAL" clId="{A008F156-D24F-8442-A3BB-0DC897C91F5D}" dt="2022-09-15T20:05:50.012" v="56"/>
          <ac:picMkLst>
            <pc:docMk/>
            <pc:sldMk cId="165934972" sldId="1185"/>
            <ac:picMk id="64" creationId="{DA8D5935-F337-E642-8A6D-E9A9531B188D}"/>
          </ac:picMkLst>
        </pc:picChg>
      </pc:sldChg>
      <pc:sldChg chg="add">
        <pc:chgData name="Samuel Martins" userId="f8f09c98-71f0-450b-b670-36841d96801a" providerId="ADAL" clId="{A008F156-D24F-8442-A3BB-0DC897C91F5D}" dt="2022-09-15T20:04:23.316" v="24"/>
        <pc:sldMkLst>
          <pc:docMk/>
          <pc:sldMk cId="816178220" sldId="1186"/>
        </pc:sldMkLst>
      </pc:sldChg>
      <pc:sldChg chg="add">
        <pc:chgData name="Samuel Martins" userId="f8f09c98-71f0-450b-b670-36841d96801a" providerId="ADAL" clId="{A008F156-D24F-8442-A3BB-0DC897C91F5D}" dt="2022-09-15T20:04:34.878" v="27"/>
        <pc:sldMkLst>
          <pc:docMk/>
          <pc:sldMk cId="1833602810" sldId="1187"/>
        </pc:sldMkLst>
      </pc:sldChg>
      <pc:sldChg chg="add">
        <pc:chgData name="Samuel Martins" userId="f8f09c98-71f0-450b-b670-36841d96801a" providerId="ADAL" clId="{A008F156-D24F-8442-A3BB-0DC897C91F5D}" dt="2022-09-15T20:04:42.041" v="29"/>
        <pc:sldMkLst>
          <pc:docMk/>
          <pc:sldMk cId="813050466" sldId="1188"/>
        </pc:sldMkLst>
      </pc:sldChg>
      <pc:sldChg chg="addSp add">
        <pc:chgData name="Samuel Martins" userId="f8f09c98-71f0-450b-b670-36841d96801a" providerId="ADAL" clId="{A008F156-D24F-8442-A3BB-0DC897C91F5D}" dt="2022-09-15T20:05:02.557" v="35"/>
        <pc:sldMkLst>
          <pc:docMk/>
          <pc:sldMk cId="4137103275" sldId="1189"/>
        </pc:sldMkLst>
        <pc:picChg chg="add">
          <ac:chgData name="Samuel Martins" userId="f8f09c98-71f0-450b-b670-36841d96801a" providerId="ADAL" clId="{A008F156-D24F-8442-A3BB-0DC897C91F5D}" dt="2022-09-15T20:05:02.557" v="35"/>
          <ac:picMkLst>
            <pc:docMk/>
            <pc:sldMk cId="4137103275" sldId="1189"/>
            <ac:picMk id="62" creationId="{F69F47F5-EDD1-4743-BB5D-668D9C4FB3BD}"/>
          </ac:picMkLst>
        </pc:picChg>
      </pc:sldChg>
      <pc:sldChg chg="addSp delSp add">
        <pc:chgData name="Samuel Martins" userId="f8f09c98-71f0-450b-b670-36841d96801a" providerId="ADAL" clId="{A008F156-D24F-8442-A3BB-0DC897C91F5D}" dt="2022-09-15T20:05:17.184" v="38" actId="478"/>
        <pc:sldMkLst>
          <pc:docMk/>
          <pc:sldMk cId="3106771372" sldId="1190"/>
        </pc:sldMkLst>
        <pc:grpChg chg="add">
          <ac:chgData name="Samuel Martins" userId="f8f09c98-71f0-450b-b670-36841d96801a" providerId="ADAL" clId="{A008F156-D24F-8442-A3BB-0DC897C91F5D}" dt="2022-09-15T20:05:15.639" v="37"/>
          <ac:grpSpMkLst>
            <pc:docMk/>
            <pc:sldMk cId="3106771372" sldId="1190"/>
            <ac:grpSpMk id="63" creationId="{53AA37A0-0302-814C-989C-5D35D79E9E82}"/>
          </ac:grpSpMkLst>
        </pc:grpChg>
        <pc:picChg chg="del">
          <ac:chgData name="Samuel Martins" userId="f8f09c98-71f0-450b-b670-36841d96801a" providerId="ADAL" clId="{A008F156-D24F-8442-A3BB-0DC897C91F5D}" dt="2022-09-15T20:05:17.184" v="38" actId="478"/>
          <ac:picMkLst>
            <pc:docMk/>
            <pc:sldMk cId="3106771372" sldId="1190"/>
            <ac:picMk id="62" creationId="{F69F47F5-EDD1-4743-BB5D-668D9C4FB3BD}"/>
          </ac:picMkLst>
        </pc:picChg>
      </pc:sldChg>
    </pc:docChg>
  </pc:docChgLst>
  <pc:docChgLst>
    <pc:chgData name="Samuel Martins" userId="f8f09c98-71f0-450b-b670-36841d96801a" providerId="ADAL" clId="{97CB2284-6D10-5B49-AB99-EC048A932463}"/>
    <pc:docChg chg="undo redo custSel addSld delSld modSld sldOrd">
      <pc:chgData name="Samuel Martins" userId="f8f09c98-71f0-450b-b670-36841d96801a" providerId="ADAL" clId="{97CB2284-6D10-5B49-AB99-EC048A932463}" dt="2021-10-15T12:57:27.781" v="3403" actId="692"/>
      <pc:docMkLst>
        <pc:docMk/>
      </pc:docMkLst>
      <pc:sldChg chg="modSp">
        <pc:chgData name="Samuel Martins" userId="f8f09c98-71f0-450b-b670-36841d96801a" providerId="ADAL" clId="{97CB2284-6D10-5B49-AB99-EC048A932463}" dt="2021-10-14T02:13:49.101" v="1103" actId="207"/>
        <pc:sldMkLst>
          <pc:docMk/>
          <pc:sldMk cId="0" sldId="257"/>
        </pc:sldMkLst>
        <pc:spChg chg="mod">
          <ac:chgData name="Samuel Martins" userId="f8f09c98-71f0-450b-b670-36841d96801a" providerId="ADAL" clId="{97CB2284-6D10-5B49-AB99-EC048A932463}" dt="2021-10-14T02:13:49.101" v="1103" actId="207"/>
          <ac:spMkLst>
            <pc:docMk/>
            <pc:sldMk cId="0" sldId="257"/>
            <ac:spMk id="175" creationId="{00000000-0000-0000-0000-000000000000}"/>
          </ac:spMkLst>
        </pc:spChg>
      </pc:sldChg>
      <pc:sldChg chg="addSp delSp modSp add">
        <pc:chgData name="Samuel Martins" userId="f8f09c98-71f0-450b-b670-36841d96801a" providerId="ADAL" clId="{97CB2284-6D10-5B49-AB99-EC048A932463}" dt="2021-10-14T02:27:51.336" v="1559" actId="14100"/>
        <pc:sldMkLst>
          <pc:docMk/>
          <pc:sldMk cId="592475965" sldId="781"/>
        </pc:sldMkLst>
        <pc:spChg chg="del">
          <ac:chgData name="Samuel Martins" userId="f8f09c98-71f0-450b-b670-36841d96801a" providerId="ADAL" clId="{97CB2284-6D10-5B49-AB99-EC048A932463}" dt="2021-10-14T02:20:57.549" v="1283" actId="478"/>
          <ac:spMkLst>
            <pc:docMk/>
            <pc:sldMk cId="592475965" sldId="781"/>
            <ac:spMk id="2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2:20:57.549" v="1283" actId="478"/>
          <ac:spMkLst>
            <pc:docMk/>
            <pc:sldMk cId="592475965" sldId="781"/>
            <ac:spMk id="5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2:19:49.840" v="1235" actId="478"/>
          <ac:spMkLst>
            <pc:docMk/>
            <pc:sldMk cId="592475965" sldId="781"/>
            <ac:spMk id="14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2:22:49.387" v="1433" actId="478"/>
          <ac:spMkLst>
            <pc:docMk/>
            <pc:sldMk cId="592475965" sldId="781"/>
            <ac:spMk id="15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2:21:48.868" v="1413" actId="478"/>
          <ac:spMkLst>
            <pc:docMk/>
            <pc:sldMk cId="592475965" sldId="781"/>
            <ac:spMk id="18" creationId="{00000000-0000-0000-0000-000000000000}"/>
          </ac:spMkLst>
        </pc:spChg>
        <pc:spChg chg="add mod">
          <ac:chgData name="Samuel Martins" userId="f8f09c98-71f0-450b-b670-36841d96801a" providerId="ADAL" clId="{97CB2284-6D10-5B49-AB99-EC048A932463}" dt="2021-10-14T02:21:38.661" v="1405" actId="122"/>
          <ac:spMkLst>
            <pc:docMk/>
            <pc:sldMk cId="592475965" sldId="781"/>
            <ac:spMk id="19" creationId="{87521077-33CB-CC47-9780-49F51FD0684F}"/>
          </ac:spMkLst>
        </pc:spChg>
        <pc:spChg chg="add">
          <ac:chgData name="Samuel Martins" userId="f8f09c98-71f0-450b-b670-36841d96801a" providerId="ADAL" clId="{97CB2284-6D10-5B49-AB99-EC048A932463}" dt="2021-10-14T02:22:50.069" v="1434"/>
          <ac:spMkLst>
            <pc:docMk/>
            <pc:sldMk cId="592475965" sldId="781"/>
            <ac:spMk id="21" creationId="{A35E69EB-DD2E-184B-ABAC-4D3F59028AE3}"/>
          </ac:spMkLst>
        </pc:spChg>
        <pc:spChg chg="mod">
          <ac:chgData name="Samuel Martins" userId="f8f09c98-71f0-450b-b670-36841d96801a" providerId="ADAL" clId="{97CB2284-6D10-5B49-AB99-EC048A932463}" dt="2021-10-14T02:23:49.869" v="1491" actId="14100"/>
          <ac:spMkLst>
            <pc:docMk/>
            <pc:sldMk cId="592475965" sldId="781"/>
            <ac:spMk id="24" creationId="{845E264F-32C9-8D49-9FE2-3E217F9A3EC2}"/>
          </ac:spMkLst>
        </pc:spChg>
        <pc:spChg chg="add mod">
          <ac:chgData name="Samuel Martins" userId="f8f09c98-71f0-450b-b670-36841d96801a" providerId="ADAL" clId="{97CB2284-6D10-5B49-AB99-EC048A932463}" dt="2021-10-14T02:27:48.433" v="1558" actId="14100"/>
          <ac:spMkLst>
            <pc:docMk/>
            <pc:sldMk cId="592475965" sldId="781"/>
            <ac:spMk id="26" creationId="{D8774664-64DF-4F49-A462-7903BC836243}"/>
          </ac:spMkLst>
        </pc:spChg>
        <pc:spChg chg="add mod">
          <ac:chgData name="Samuel Martins" userId="f8f09c98-71f0-450b-b670-36841d96801a" providerId="ADAL" clId="{97CB2284-6D10-5B49-AB99-EC048A932463}" dt="2021-10-14T02:27:51.336" v="1559" actId="14100"/>
          <ac:spMkLst>
            <pc:docMk/>
            <pc:sldMk cId="592475965" sldId="781"/>
            <ac:spMk id="27" creationId="{4E890440-3120-324F-8177-D14D631E122D}"/>
          </ac:spMkLst>
        </pc:spChg>
        <pc:grpChg chg="add mod">
          <ac:chgData name="Samuel Martins" userId="f8f09c98-71f0-450b-b670-36841d96801a" providerId="ADAL" clId="{97CB2284-6D10-5B49-AB99-EC048A932463}" dt="2021-10-14T02:21:56.524" v="1419" actId="164"/>
          <ac:grpSpMkLst>
            <pc:docMk/>
            <pc:sldMk cId="592475965" sldId="781"/>
            <ac:grpSpMk id="3" creationId="{95BC52FF-FE63-7C4C-B3E1-004CC5E0F0EE}"/>
          </ac:grpSpMkLst>
        </pc:grpChg>
        <pc:grpChg chg="add del mod">
          <ac:chgData name="Samuel Martins" userId="f8f09c98-71f0-450b-b670-36841d96801a" providerId="ADAL" clId="{97CB2284-6D10-5B49-AB99-EC048A932463}" dt="2021-10-14T02:22:30.894" v="1428" actId="165"/>
          <ac:grpSpMkLst>
            <pc:docMk/>
            <pc:sldMk cId="592475965" sldId="781"/>
            <ac:grpSpMk id="10" creationId="{16E937E8-7186-C941-9A74-1D7C9665D85A}"/>
          </ac:grpSpMkLst>
        </pc:grpChg>
        <pc:grpChg chg="add del mod">
          <ac:chgData name="Samuel Martins" userId="f8f09c98-71f0-450b-b670-36841d96801a" providerId="ADAL" clId="{97CB2284-6D10-5B49-AB99-EC048A932463}" dt="2021-10-14T02:22:58.492" v="1435" actId="165"/>
          <ac:grpSpMkLst>
            <pc:docMk/>
            <pc:sldMk cId="592475965" sldId="781"/>
            <ac:grpSpMk id="12" creationId="{188583F5-17B5-BD43-A10B-88C5093118A8}"/>
          </ac:grpSpMkLst>
        </pc:grpChg>
        <pc:grpChg chg="add mod">
          <ac:chgData name="Samuel Martins" userId="f8f09c98-71f0-450b-b670-36841d96801a" providerId="ADAL" clId="{97CB2284-6D10-5B49-AB99-EC048A932463}" dt="2021-10-14T02:23:07.186" v="1441" actId="12788"/>
          <ac:grpSpMkLst>
            <pc:docMk/>
            <pc:sldMk cId="592475965" sldId="781"/>
            <ac:grpSpMk id="22" creationId="{F51F8C92-94C1-A341-8D4C-12E19ECB6202}"/>
          </ac:grpSpMkLst>
        </pc:grpChg>
        <pc:grpChg chg="add mod">
          <ac:chgData name="Samuel Martins" userId="f8f09c98-71f0-450b-b670-36841d96801a" providerId="ADAL" clId="{97CB2284-6D10-5B49-AB99-EC048A932463}" dt="2021-10-14T02:24:11.009" v="1493" actId="12788"/>
          <ac:grpSpMkLst>
            <pc:docMk/>
            <pc:sldMk cId="592475965" sldId="781"/>
            <ac:grpSpMk id="23" creationId="{1CDA4C77-C89E-D441-B5AA-2DF6EE30DA62}"/>
          </ac:grpSpMkLst>
        </pc:grpChg>
        <pc:picChg chg="mod topLvl modCrop">
          <ac:chgData name="Samuel Martins" userId="f8f09c98-71f0-450b-b670-36841d96801a" providerId="ADAL" clId="{97CB2284-6D10-5B49-AB99-EC048A932463}" dt="2021-10-14T02:25:48.666" v="1494" actId="732"/>
          <ac:picMkLst>
            <pc:docMk/>
            <pc:sldMk cId="592475965" sldId="781"/>
            <ac:picMk id="8" creationId="{00000000-0000-0000-0000-000000000000}"/>
          </ac:picMkLst>
        </pc:picChg>
        <pc:picChg chg="mod topLvl modCrop">
          <ac:chgData name="Samuel Martins" userId="f8f09c98-71f0-450b-b670-36841d96801a" providerId="ADAL" clId="{97CB2284-6D10-5B49-AB99-EC048A932463}" dt="2021-10-14T02:26:45.239" v="1509" actId="732"/>
          <ac:picMkLst>
            <pc:docMk/>
            <pc:sldMk cId="592475965" sldId="781"/>
            <ac:picMk id="17" creationId="{00000000-0000-0000-0000-000000000000}"/>
          </ac:picMkLst>
        </pc:picChg>
        <pc:cxnChg chg="add mod">
          <ac:chgData name="Samuel Martins" userId="f8f09c98-71f0-450b-b670-36841d96801a" providerId="ADAL" clId="{97CB2284-6D10-5B49-AB99-EC048A932463}" dt="2021-10-14T02:21:43.795" v="1412" actId="14100"/>
          <ac:cxnSpMkLst>
            <pc:docMk/>
            <pc:sldMk cId="592475965" sldId="781"/>
            <ac:cxnSpMk id="20" creationId="{0A69DF84-CE1E-5D4D-A65E-3BCC4883BE70}"/>
          </ac:cxnSpMkLst>
        </pc:cxnChg>
      </pc:sldChg>
      <pc:sldChg chg="del">
        <pc:chgData name="Samuel Martins" userId="f8f09c98-71f0-450b-b670-36841d96801a" providerId="ADAL" clId="{97CB2284-6D10-5B49-AB99-EC048A932463}" dt="2021-10-14T01:14:17.325" v="180" actId="2696"/>
        <pc:sldMkLst>
          <pc:docMk/>
          <pc:sldMk cId="0" sldId="944"/>
        </pc:sldMkLst>
      </pc:sldChg>
      <pc:sldChg chg="del">
        <pc:chgData name="Samuel Martins" userId="f8f09c98-71f0-450b-b670-36841d96801a" providerId="ADAL" clId="{97CB2284-6D10-5B49-AB99-EC048A932463}" dt="2021-10-14T01:14:17.355" v="181" actId="2696"/>
        <pc:sldMkLst>
          <pc:docMk/>
          <pc:sldMk cId="0" sldId="977"/>
        </pc:sldMkLst>
      </pc:sldChg>
      <pc:sldChg chg="del">
        <pc:chgData name="Samuel Martins" userId="f8f09c98-71f0-450b-b670-36841d96801a" providerId="ADAL" clId="{97CB2284-6D10-5B49-AB99-EC048A932463}" dt="2021-10-14T01:14:17.396" v="182" actId="2696"/>
        <pc:sldMkLst>
          <pc:docMk/>
          <pc:sldMk cId="0" sldId="981"/>
        </pc:sldMkLst>
      </pc:sldChg>
      <pc:sldChg chg="del">
        <pc:chgData name="Samuel Martins" userId="f8f09c98-71f0-450b-b670-36841d96801a" providerId="ADAL" clId="{97CB2284-6D10-5B49-AB99-EC048A932463}" dt="2021-10-14T01:14:17.665" v="187" actId="2696"/>
        <pc:sldMkLst>
          <pc:docMk/>
          <pc:sldMk cId="0" sldId="982"/>
        </pc:sldMkLst>
      </pc:sldChg>
      <pc:sldChg chg="del">
        <pc:chgData name="Samuel Martins" userId="f8f09c98-71f0-450b-b670-36841d96801a" providerId="ADAL" clId="{97CB2284-6D10-5B49-AB99-EC048A932463}" dt="2021-10-14T01:14:17.802" v="190" actId="2696"/>
        <pc:sldMkLst>
          <pc:docMk/>
          <pc:sldMk cId="0" sldId="983"/>
        </pc:sldMkLst>
      </pc:sldChg>
      <pc:sldChg chg="del">
        <pc:chgData name="Samuel Martins" userId="f8f09c98-71f0-450b-b670-36841d96801a" providerId="ADAL" clId="{97CB2284-6D10-5B49-AB99-EC048A932463}" dt="2021-10-14T01:14:17.752" v="189" actId="2696"/>
        <pc:sldMkLst>
          <pc:docMk/>
          <pc:sldMk cId="0" sldId="984"/>
        </pc:sldMkLst>
      </pc:sldChg>
      <pc:sldChg chg="del">
        <pc:chgData name="Samuel Martins" userId="f8f09c98-71f0-450b-b670-36841d96801a" providerId="ADAL" clId="{97CB2284-6D10-5B49-AB99-EC048A932463}" dt="2021-10-14T01:14:17.702" v="188" actId="2696"/>
        <pc:sldMkLst>
          <pc:docMk/>
          <pc:sldMk cId="0" sldId="985"/>
        </pc:sldMkLst>
      </pc:sldChg>
      <pc:sldChg chg="del">
        <pc:chgData name="Samuel Martins" userId="f8f09c98-71f0-450b-b670-36841d96801a" providerId="ADAL" clId="{97CB2284-6D10-5B49-AB99-EC048A932463}" dt="2021-10-14T01:14:17.458" v="183" actId="2696"/>
        <pc:sldMkLst>
          <pc:docMk/>
          <pc:sldMk cId="0" sldId="987"/>
        </pc:sldMkLst>
      </pc:sldChg>
      <pc:sldChg chg="del">
        <pc:chgData name="Samuel Martins" userId="f8f09c98-71f0-450b-b670-36841d96801a" providerId="ADAL" clId="{97CB2284-6D10-5B49-AB99-EC048A932463}" dt="2021-10-14T01:14:17.964" v="193" actId="2696"/>
        <pc:sldMkLst>
          <pc:docMk/>
          <pc:sldMk cId="0" sldId="989"/>
        </pc:sldMkLst>
      </pc:sldChg>
      <pc:sldChg chg="del">
        <pc:chgData name="Samuel Martins" userId="f8f09c98-71f0-450b-b670-36841d96801a" providerId="ADAL" clId="{97CB2284-6D10-5B49-AB99-EC048A932463}" dt="2021-10-14T01:14:17.859" v="191" actId="2696"/>
        <pc:sldMkLst>
          <pc:docMk/>
          <pc:sldMk cId="0" sldId="992"/>
        </pc:sldMkLst>
      </pc:sldChg>
      <pc:sldChg chg="del">
        <pc:chgData name="Samuel Martins" userId="f8f09c98-71f0-450b-b670-36841d96801a" providerId="ADAL" clId="{97CB2284-6D10-5B49-AB99-EC048A932463}" dt="2021-10-14T01:14:17.913" v="192" actId="2696"/>
        <pc:sldMkLst>
          <pc:docMk/>
          <pc:sldMk cId="0" sldId="993"/>
        </pc:sldMkLst>
      </pc:sldChg>
      <pc:sldChg chg="del">
        <pc:chgData name="Samuel Martins" userId="f8f09c98-71f0-450b-b670-36841d96801a" providerId="ADAL" clId="{97CB2284-6D10-5B49-AB99-EC048A932463}" dt="2021-10-14T01:14:18.013" v="194" actId="2696"/>
        <pc:sldMkLst>
          <pc:docMk/>
          <pc:sldMk cId="0" sldId="998"/>
        </pc:sldMkLst>
      </pc:sldChg>
      <pc:sldChg chg="del">
        <pc:chgData name="Samuel Martins" userId="f8f09c98-71f0-450b-b670-36841d96801a" providerId="ADAL" clId="{97CB2284-6D10-5B49-AB99-EC048A932463}" dt="2021-10-14T01:14:18.253" v="198" actId="2696"/>
        <pc:sldMkLst>
          <pc:docMk/>
          <pc:sldMk cId="0" sldId="999"/>
        </pc:sldMkLst>
      </pc:sldChg>
      <pc:sldChg chg="del">
        <pc:chgData name="Samuel Martins" userId="f8f09c98-71f0-450b-b670-36841d96801a" providerId="ADAL" clId="{97CB2284-6D10-5B49-AB99-EC048A932463}" dt="2021-10-14T01:14:18.191" v="197" actId="2696"/>
        <pc:sldMkLst>
          <pc:docMk/>
          <pc:sldMk cId="0" sldId="1000"/>
        </pc:sldMkLst>
      </pc:sldChg>
      <pc:sldChg chg="del">
        <pc:chgData name="Samuel Martins" userId="f8f09c98-71f0-450b-b670-36841d96801a" providerId="ADAL" clId="{97CB2284-6D10-5B49-AB99-EC048A932463}" dt="2021-10-14T01:14:18.130" v="196" actId="2696"/>
        <pc:sldMkLst>
          <pc:docMk/>
          <pc:sldMk cId="0" sldId="1001"/>
        </pc:sldMkLst>
      </pc:sldChg>
      <pc:sldChg chg="del">
        <pc:chgData name="Samuel Martins" userId="f8f09c98-71f0-450b-b670-36841d96801a" providerId="ADAL" clId="{97CB2284-6D10-5B49-AB99-EC048A932463}" dt="2021-10-14T01:14:18.068" v="195" actId="2696"/>
        <pc:sldMkLst>
          <pc:docMk/>
          <pc:sldMk cId="0" sldId="1002"/>
        </pc:sldMkLst>
      </pc:sldChg>
      <pc:sldChg chg="del">
        <pc:chgData name="Samuel Martins" userId="f8f09c98-71f0-450b-b670-36841d96801a" providerId="ADAL" clId="{97CB2284-6D10-5B49-AB99-EC048A932463}" dt="2021-10-14T01:14:17.635" v="186" actId="2696"/>
        <pc:sldMkLst>
          <pc:docMk/>
          <pc:sldMk cId="0" sldId="1003"/>
        </pc:sldMkLst>
      </pc:sldChg>
      <pc:sldChg chg="del">
        <pc:chgData name="Samuel Martins" userId="f8f09c98-71f0-450b-b670-36841d96801a" providerId="ADAL" clId="{97CB2284-6D10-5B49-AB99-EC048A932463}" dt="2021-10-14T01:14:17.585" v="185" actId="2696"/>
        <pc:sldMkLst>
          <pc:docMk/>
          <pc:sldMk cId="0" sldId="1004"/>
        </pc:sldMkLst>
      </pc:sldChg>
      <pc:sldChg chg="del">
        <pc:chgData name="Samuel Martins" userId="f8f09c98-71f0-450b-b670-36841d96801a" providerId="ADAL" clId="{97CB2284-6D10-5B49-AB99-EC048A932463}" dt="2021-10-14T01:14:17.519" v="184" actId="2696"/>
        <pc:sldMkLst>
          <pc:docMk/>
          <pc:sldMk cId="0" sldId="1005"/>
        </pc:sldMkLst>
      </pc:sldChg>
      <pc:sldChg chg="del">
        <pc:chgData name="Samuel Martins" userId="f8f09c98-71f0-450b-b670-36841d96801a" providerId="ADAL" clId="{97CB2284-6D10-5B49-AB99-EC048A932463}" dt="2021-10-14T01:14:18.306" v="199" actId="2696"/>
        <pc:sldMkLst>
          <pc:docMk/>
          <pc:sldMk cId="0" sldId="1007"/>
        </pc:sldMkLst>
      </pc:sldChg>
      <pc:sldChg chg="del">
        <pc:chgData name="Samuel Martins" userId="f8f09c98-71f0-450b-b670-36841d96801a" providerId="ADAL" clId="{97CB2284-6D10-5B49-AB99-EC048A932463}" dt="2021-10-14T01:14:18.331" v="200" actId="2696"/>
        <pc:sldMkLst>
          <pc:docMk/>
          <pc:sldMk cId="0" sldId="1008"/>
        </pc:sldMkLst>
      </pc:sldChg>
      <pc:sldChg chg="del">
        <pc:chgData name="Samuel Martins" userId="f8f09c98-71f0-450b-b670-36841d96801a" providerId="ADAL" clId="{97CB2284-6D10-5B49-AB99-EC048A932463}" dt="2021-10-14T01:14:18.360" v="201" actId="2696"/>
        <pc:sldMkLst>
          <pc:docMk/>
          <pc:sldMk cId="0" sldId="1011"/>
        </pc:sldMkLst>
      </pc:sldChg>
      <pc:sldChg chg="del">
        <pc:chgData name="Samuel Martins" userId="f8f09c98-71f0-450b-b670-36841d96801a" providerId="ADAL" clId="{97CB2284-6D10-5B49-AB99-EC048A932463}" dt="2021-10-14T01:14:18.394" v="202" actId="2696"/>
        <pc:sldMkLst>
          <pc:docMk/>
          <pc:sldMk cId="0" sldId="1012"/>
        </pc:sldMkLst>
      </pc:sldChg>
      <pc:sldChg chg="del">
        <pc:chgData name="Samuel Martins" userId="f8f09c98-71f0-450b-b670-36841d96801a" providerId="ADAL" clId="{97CB2284-6D10-5B49-AB99-EC048A932463}" dt="2021-10-14T01:14:18.440" v="205" actId="2696"/>
        <pc:sldMkLst>
          <pc:docMk/>
          <pc:sldMk cId="0" sldId="1013"/>
        </pc:sldMkLst>
      </pc:sldChg>
      <pc:sldChg chg="del">
        <pc:chgData name="Samuel Martins" userId="f8f09c98-71f0-450b-b670-36841d96801a" providerId="ADAL" clId="{97CB2284-6D10-5B49-AB99-EC048A932463}" dt="2021-10-14T01:14:18.422" v="204" actId="2696"/>
        <pc:sldMkLst>
          <pc:docMk/>
          <pc:sldMk cId="0" sldId="1014"/>
        </pc:sldMkLst>
      </pc:sldChg>
      <pc:sldChg chg="del">
        <pc:chgData name="Samuel Martins" userId="f8f09c98-71f0-450b-b670-36841d96801a" providerId="ADAL" clId="{97CB2284-6D10-5B49-AB99-EC048A932463}" dt="2021-10-14T01:14:18.482" v="206" actId="2696"/>
        <pc:sldMkLst>
          <pc:docMk/>
          <pc:sldMk cId="0" sldId="1015"/>
        </pc:sldMkLst>
      </pc:sldChg>
      <pc:sldChg chg="del">
        <pc:chgData name="Samuel Martins" userId="f8f09c98-71f0-450b-b670-36841d96801a" providerId="ADAL" clId="{97CB2284-6D10-5B49-AB99-EC048A932463}" dt="2021-10-14T01:14:18.584" v="207" actId="2696"/>
        <pc:sldMkLst>
          <pc:docMk/>
          <pc:sldMk cId="0" sldId="1016"/>
        </pc:sldMkLst>
      </pc:sldChg>
      <pc:sldChg chg="del">
        <pc:chgData name="Samuel Martins" userId="f8f09c98-71f0-450b-b670-36841d96801a" providerId="ADAL" clId="{97CB2284-6D10-5B49-AB99-EC048A932463}" dt="2021-10-14T01:14:18.731" v="208" actId="2696"/>
        <pc:sldMkLst>
          <pc:docMk/>
          <pc:sldMk cId="0" sldId="1017"/>
        </pc:sldMkLst>
      </pc:sldChg>
      <pc:sldChg chg="del">
        <pc:chgData name="Samuel Martins" userId="f8f09c98-71f0-450b-b670-36841d96801a" providerId="ADAL" clId="{97CB2284-6D10-5B49-AB99-EC048A932463}" dt="2021-10-14T01:14:18.886" v="209" actId="2696"/>
        <pc:sldMkLst>
          <pc:docMk/>
          <pc:sldMk cId="0" sldId="1018"/>
        </pc:sldMkLst>
      </pc:sldChg>
      <pc:sldChg chg="del">
        <pc:chgData name="Samuel Martins" userId="f8f09c98-71f0-450b-b670-36841d96801a" providerId="ADAL" clId="{97CB2284-6D10-5B49-AB99-EC048A932463}" dt="2021-10-14T01:14:19.086" v="211" actId="2696"/>
        <pc:sldMkLst>
          <pc:docMk/>
          <pc:sldMk cId="0" sldId="1019"/>
        </pc:sldMkLst>
      </pc:sldChg>
      <pc:sldChg chg="del">
        <pc:chgData name="Samuel Martins" userId="f8f09c98-71f0-450b-b670-36841d96801a" providerId="ADAL" clId="{97CB2284-6D10-5B49-AB99-EC048A932463}" dt="2021-10-14T01:14:19.007" v="210" actId="2696"/>
        <pc:sldMkLst>
          <pc:docMk/>
          <pc:sldMk cId="0" sldId="1023"/>
        </pc:sldMkLst>
      </pc:sldChg>
      <pc:sldChg chg="del">
        <pc:chgData name="Samuel Martins" userId="f8f09c98-71f0-450b-b670-36841d96801a" providerId="ADAL" clId="{97CB2284-6D10-5B49-AB99-EC048A932463}" dt="2021-10-14T01:14:19.145" v="212" actId="2696"/>
        <pc:sldMkLst>
          <pc:docMk/>
          <pc:sldMk cId="0" sldId="1024"/>
        </pc:sldMkLst>
      </pc:sldChg>
      <pc:sldChg chg="del">
        <pc:chgData name="Samuel Martins" userId="f8f09c98-71f0-450b-b670-36841d96801a" providerId="ADAL" clId="{97CB2284-6D10-5B49-AB99-EC048A932463}" dt="2021-10-14T01:14:18.406" v="203" actId="2696"/>
        <pc:sldMkLst>
          <pc:docMk/>
          <pc:sldMk cId="0" sldId="1025"/>
        </pc:sldMkLst>
      </pc:sldChg>
      <pc:sldChg chg="del">
        <pc:chgData name="Samuel Martins" userId="f8f09c98-71f0-450b-b670-36841d96801a" providerId="ADAL" clId="{97CB2284-6D10-5B49-AB99-EC048A932463}" dt="2021-10-14T01:14:17.303" v="179" actId="2696"/>
        <pc:sldMkLst>
          <pc:docMk/>
          <pc:sldMk cId="0" sldId="1027"/>
        </pc:sldMkLst>
      </pc:sldChg>
      <pc:sldChg chg="del">
        <pc:chgData name="Samuel Martins" userId="f8f09c98-71f0-450b-b670-36841d96801a" providerId="ADAL" clId="{97CB2284-6D10-5B49-AB99-EC048A932463}" dt="2021-10-14T01:14:17.267" v="178" actId="2696"/>
        <pc:sldMkLst>
          <pc:docMk/>
          <pc:sldMk cId="0" sldId="1028"/>
        </pc:sldMkLst>
      </pc:sldChg>
      <pc:sldChg chg="del">
        <pc:chgData name="Samuel Martins" userId="f8f09c98-71f0-450b-b670-36841d96801a" providerId="ADAL" clId="{97CB2284-6D10-5B49-AB99-EC048A932463}" dt="2021-10-14T01:14:11.661" v="117" actId="2696"/>
        <pc:sldMkLst>
          <pc:docMk/>
          <pc:sldMk cId="0" sldId="1029"/>
        </pc:sldMkLst>
      </pc:sldChg>
      <pc:sldChg chg="del">
        <pc:chgData name="Samuel Martins" userId="f8f09c98-71f0-450b-b670-36841d96801a" providerId="ADAL" clId="{97CB2284-6D10-5B49-AB99-EC048A932463}" dt="2021-10-14T01:14:11.579" v="116" actId="2696"/>
        <pc:sldMkLst>
          <pc:docMk/>
          <pc:sldMk cId="0" sldId="1030"/>
        </pc:sldMkLst>
      </pc:sldChg>
      <pc:sldChg chg="del">
        <pc:chgData name="Samuel Martins" userId="f8f09c98-71f0-450b-b670-36841d96801a" providerId="ADAL" clId="{97CB2284-6D10-5B49-AB99-EC048A932463}" dt="2021-10-14T01:14:11.700" v="118" actId="2696"/>
        <pc:sldMkLst>
          <pc:docMk/>
          <pc:sldMk cId="0" sldId="1031"/>
        </pc:sldMkLst>
      </pc:sldChg>
      <pc:sldChg chg="del">
        <pc:chgData name="Samuel Martins" userId="f8f09c98-71f0-450b-b670-36841d96801a" providerId="ADAL" clId="{97CB2284-6D10-5B49-AB99-EC048A932463}" dt="2021-10-14T01:14:17.222" v="177" actId="2696"/>
        <pc:sldMkLst>
          <pc:docMk/>
          <pc:sldMk cId="0" sldId="1032"/>
        </pc:sldMkLst>
      </pc:sldChg>
      <pc:sldChg chg="del">
        <pc:chgData name="Samuel Martins" userId="f8f09c98-71f0-450b-b670-36841d96801a" providerId="ADAL" clId="{97CB2284-6D10-5B49-AB99-EC048A932463}" dt="2021-10-14T01:14:17.191" v="176" actId="2696"/>
        <pc:sldMkLst>
          <pc:docMk/>
          <pc:sldMk cId="0" sldId="1033"/>
        </pc:sldMkLst>
      </pc:sldChg>
      <pc:sldChg chg="del">
        <pc:chgData name="Samuel Martins" userId="f8f09c98-71f0-450b-b670-36841d96801a" providerId="ADAL" clId="{97CB2284-6D10-5B49-AB99-EC048A932463}" dt="2021-10-14T01:14:11.916" v="123" actId="2696"/>
        <pc:sldMkLst>
          <pc:docMk/>
          <pc:sldMk cId="0" sldId="1034"/>
        </pc:sldMkLst>
      </pc:sldChg>
      <pc:sldChg chg="del">
        <pc:chgData name="Samuel Martins" userId="f8f09c98-71f0-450b-b670-36841d96801a" providerId="ADAL" clId="{97CB2284-6D10-5B49-AB99-EC048A932463}" dt="2021-10-14T01:14:11.742" v="119" actId="2696"/>
        <pc:sldMkLst>
          <pc:docMk/>
          <pc:sldMk cId="0" sldId="1036"/>
        </pc:sldMkLst>
      </pc:sldChg>
      <pc:sldChg chg="del">
        <pc:chgData name="Samuel Martins" userId="f8f09c98-71f0-450b-b670-36841d96801a" providerId="ADAL" clId="{97CB2284-6D10-5B49-AB99-EC048A932463}" dt="2021-10-14T01:14:11.785" v="120" actId="2696"/>
        <pc:sldMkLst>
          <pc:docMk/>
          <pc:sldMk cId="0" sldId="1037"/>
        </pc:sldMkLst>
      </pc:sldChg>
      <pc:sldChg chg="del">
        <pc:chgData name="Samuel Martins" userId="f8f09c98-71f0-450b-b670-36841d96801a" providerId="ADAL" clId="{97CB2284-6D10-5B49-AB99-EC048A932463}" dt="2021-10-14T01:14:11.829" v="121" actId="2696"/>
        <pc:sldMkLst>
          <pc:docMk/>
          <pc:sldMk cId="0" sldId="1038"/>
        </pc:sldMkLst>
      </pc:sldChg>
      <pc:sldChg chg="del">
        <pc:chgData name="Samuel Martins" userId="f8f09c98-71f0-450b-b670-36841d96801a" providerId="ADAL" clId="{97CB2284-6D10-5B49-AB99-EC048A932463}" dt="2021-10-14T01:14:11.872" v="122" actId="2696"/>
        <pc:sldMkLst>
          <pc:docMk/>
          <pc:sldMk cId="0" sldId="1039"/>
        </pc:sldMkLst>
      </pc:sldChg>
      <pc:sldChg chg="del">
        <pc:chgData name="Samuel Martins" userId="f8f09c98-71f0-450b-b670-36841d96801a" providerId="ADAL" clId="{97CB2284-6D10-5B49-AB99-EC048A932463}" dt="2021-10-14T01:14:11.958" v="124" actId="2696"/>
        <pc:sldMkLst>
          <pc:docMk/>
          <pc:sldMk cId="0" sldId="1040"/>
        </pc:sldMkLst>
      </pc:sldChg>
      <pc:sldChg chg="del">
        <pc:chgData name="Samuel Martins" userId="f8f09c98-71f0-450b-b670-36841d96801a" providerId="ADAL" clId="{97CB2284-6D10-5B49-AB99-EC048A932463}" dt="2021-10-14T01:14:12.005" v="125" actId="2696"/>
        <pc:sldMkLst>
          <pc:docMk/>
          <pc:sldMk cId="0" sldId="1041"/>
        </pc:sldMkLst>
      </pc:sldChg>
      <pc:sldChg chg="del">
        <pc:chgData name="Samuel Martins" userId="f8f09c98-71f0-450b-b670-36841d96801a" providerId="ADAL" clId="{97CB2284-6D10-5B49-AB99-EC048A932463}" dt="2021-10-14T01:14:12.053" v="126" actId="2696"/>
        <pc:sldMkLst>
          <pc:docMk/>
          <pc:sldMk cId="0" sldId="1042"/>
        </pc:sldMkLst>
      </pc:sldChg>
      <pc:sldChg chg="del">
        <pc:chgData name="Samuel Martins" userId="f8f09c98-71f0-450b-b670-36841d96801a" providerId="ADAL" clId="{97CB2284-6D10-5B49-AB99-EC048A932463}" dt="2021-10-14T01:14:12.100" v="127" actId="2696"/>
        <pc:sldMkLst>
          <pc:docMk/>
          <pc:sldMk cId="0" sldId="1043"/>
        </pc:sldMkLst>
      </pc:sldChg>
      <pc:sldChg chg="del">
        <pc:chgData name="Samuel Martins" userId="f8f09c98-71f0-450b-b670-36841d96801a" providerId="ADAL" clId="{97CB2284-6D10-5B49-AB99-EC048A932463}" dt="2021-10-14T01:14:17.158" v="175" actId="2696"/>
        <pc:sldMkLst>
          <pc:docMk/>
          <pc:sldMk cId="0" sldId="1044"/>
        </pc:sldMkLst>
      </pc:sldChg>
      <pc:sldChg chg="del">
        <pc:chgData name="Samuel Martins" userId="f8f09c98-71f0-450b-b670-36841d96801a" providerId="ADAL" clId="{97CB2284-6D10-5B49-AB99-EC048A932463}" dt="2021-10-14T01:14:17.110" v="174" actId="2696"/>
        <pc:sldMkLst>
          <pc:docMk/>
          <pc:sldMk cId="0" sldId="1045"/>
        </pc:sldMkLst>
      </pc:sldChg>
      <pc:sldChg chg="del">
        <pc:chgData name="Samuel Martins" userId="f8f09c98-71f0-450b-b670-36841d96801a" providerId="ADAL" clId="{97CB2284-6D10-5B49-AB99-EC048A932463}" dt="2021-10-14T01:14:12.276" v="130" actId="2696"/>
        <pc:sldMkLst>
          <pc:docMk/>
          <pc:sldMk cId="0" sldId="1048"/>
        </pc:sldMkLst>
      </pc:sldChg>
      <pc:sldChg chg="del">
        <pc:chgData name="Samuel Martins" userId="f8f09c98-71f0-450b-b670-36841d96801a" providerId="ADAL" clId="{97CB2284-6D10-5B49-AB99-EC048A932463}" dt="2021-10-14T01:14:12.213" v="129" actId="2696"/>
        <pc:sldMkLst>
          <pc:docMk/>
          <pc:sldMk cId="0" sldId="1049"/>
        </pc:sldMkLst>
      </pc:sldChg>
      <pc:sldChg chg="del">
        <pc:chgData name="Samuel Martins" userId="f8f09c98-71f0-450b-b670-36841d96801a" providerId="ADAL" clId="{97CB2284-6D10-5B49-AB99-EC048A932463}" dt="2021-10-14T01:14:12.155" v="128" actId="2696"/>
        <pc:sldMkLst>
          <pc:docMk/>
          <pc:sldMk cId="0" sldId="1050"/>
        </pc:sldMkLst>
      </pc:sldChg>
      <pc:sldChg chg="del">
        <pc:chgData name="Samuel Martins" userId="f8f09c98-71f0-450b-b670-36841d96801a" providerId="ADAL" clId="{97CB2284-6D10-5B49-AB99-EC048A932463}" dt="2021-10-14T01:14:12.342" v="131" actId="2696"/>
        <pc:sldMkLst>
          <pc:docMk/>
          <pc:sldMk cId="0" sldId="1051"/>
        </pc:sldMkLst>
      </pc:sldChg>
      <pc:sldChg chg="del">
        <pc:chgData name="Samuel Martins" userId="f8f09c98-71f0-450b-b670-36841d96801a" providerId="ADAL" clId="{97CB2284-6D10-5B49-AB99-EC048A932463}" dt="2021-10-14T01:14:12.407" v="132" actId="2696"/>
        <pc:sldMkLst>
          <pc:docMk/>
          <pc:sldMk cId="0" sldId="1052"/>
        </pc:sldMkLst>
      </pc:sldChg>
      <pc:sldChg chg="del">
        <pc:chgData name="Samuel Martins" userId="f8f09c98-71f0-450b-b670-36841d96801a" providerId="ADAL" clId="{97CB2284-6D10-5B49-AB99-EC048A932463}" dt="2021-10-14T01:14:12.462" v="133" actId="2696"/>
        <pc:sldMkLst>
          <pc:docMk/>
          <pc:sldMk cId="0" sldId="1053"/>
        </pc:sldMkLst>
      </pc:sldChg>
      <pc:sldChg chg="del">
        <pc:chgData name="Samuel Martins" userId="f8f09c98-71f0-450b-b670-36841d96801a" providerId="ADAL" clId="{97CB2284-6D10-5B49-AB99-EC048A932463}" dt="2021-10-14T01:14:12.482" v="134" actId="2696"/>
        <pc:sldMkLst>
          <pc:docMk/>
          <pc:sldMk cId="0" sldId="1054"/>
        </pc:sldMkLst>
      </pc:sldChg>
      <pc:sldChg chg="del">
        <pc:chgData name="Samuel Martins" userId="f8f09c98-71f0-450b-b670-36841d96801a" providerId="ADAL" clId="{97CB2284-6D10-5B49-AB99-EC048A932463}" dt="2021-10-14T01:14:12.585" v="135" actId="2696"/>
        <pc:sldMkLst>
          <pc:docMk/>
          <pc:sldMk cId="0" sldId="1055"/>
        </pc:sldMkLst>
      </pc:sldChg>
      <pc:sldChg chg="del">
        <pc:chgData name="Samuel Martins" userId="f8f09c98-71f0-450b-b670-36841d96801a" providerId="ADAL" clId="{97CB2284-6D10-5B49-AB99-EC048A932463}" dt="2021-10-14T01:14:17.064" v="173" actId="2696"/>
        <pc:sldMkLst>
          <pc:docMk/>
          <pc:sldMk cId="0" sldId="1056"/>
        </pc:sldMkLst>
      </pc:sldChg>
      <pc:sldChg chg="del">
        <pc:chgData name="Samuel Martins" userId="f8f09c98-71f0-450b-b670-36841d96801a" providerId="ADAL" clId="{97CB2284-6D10-5B49-AB99-EC048A932463}" dt="2021-10-14T01:14:17.019" v="172" actId="2696"/>
        <pc:sldMkLst>
          <pc:docMk/>
          <pc:sldMk cId="0" sldId="1057"/>
        </pc:sldMkLst>
      </pc:sldChg>
      <pc:sldChg chg="del">
        <pc:chgData name="Samuel Martins" userId="f8f09c98-71f0-450b-b670-36841d96801a" providerId="ADAL" clId="{97CB2284-6D10-5B49-AB99-EC048A932463}" dt="2021-10-14T01:14:12.794" v="136" actId="2696"/>
        <pc:sldMkLst>
          <pc:docMk/>
          <pc:sldMk cId="0" sldId="1058"/>
        </pc:sldMkLst>
      </pc:sldChg>
      <pc:sldChg chg="del">
        <pc:chgData name="Samuel Martins" userId="f8f09c98-71f0-450b-b670-36841d96801a" providerId="ADAL" clId="{97CB2284-6D10-5B49-AB99-EC048A932463}" dt="2021-10-14T01:14:16.981" v="171" actId="2696"/>
        <pc:sldMkLst>
          <pc:docMk/>
          <pc:sldMk cId="0" sldId="1059"/>
        </pc:sldMkLst>
      </pc:sldChg>
      <pc:sldChg chg="del">
        <pc:chgData name="Samuel Martins" userId="f8f09c98-71f0-450b-b670-36841d96801a" providerId="ADAL" clId="{97CB2284-6D10-5B49-AB99-EC048A932463}" dt="2021-10-14T01:14:13.400" v="139" actId="2696"/>
        <pc:sldMkLst>
          <pc:docMk/>
          <pc:sldMk cId="0" sldId="1060"/>
        </pc:sldMkLst>
      </pc:sldChg>
      <pc:sldChg chg="del">
        <pc:chgData name="Samuel Martins" userId="f8f09c98-71f0-450b-b670-36841d96801a" providerId="ADAL" clId="{97CB2284-6D10-5B49-AB99-EC048A932463}" dt="2021-10-14T01:14:16.749" v="170" actId="2696"/>
        <pc:sldMkLst>
          <pc:docMk/>
          <pc:sldMk cId="0" sldId="1061"/>
        </pc:sldMkLst>
      </pc:sldChg>
      <pc:sldChg chg="del">
        <pc:chgData name="Samuel Martins" userId="f8f09c98-71f0-450b-b670-36841d96801a" providerId="ADAL" clId="{97CB2284-6D10-5B49-AB99-EC048A932463}" dt="2021-10-14T01:14:14.133" v="142" actId="2696"/>
        <pc:sldMkLst>
          <pc:docMk/>
          <pc:sldMk cId="0" sldId="1062"/>
        </pc:sldMkLst>
      </pc:sldChg>
      <pc:sldChg chg="del">
        <pc:chgData name="Samuel Martins" userId="f8f09c98-71f0-450b-b670-36841d96801a" providerId="ADAL" clId="{97CB2284-6D10-5B49-AB99-EC048A932463}" dt="2021-10-14T01:14:13.886" v="141" actId="2696"/>
        <pc:sldMkLst>
          <pc:docMk/>
          <pc:sldMk cId="0" sldId="1063"/>
        </pc:sldMkLst>
      </pc:sldChg>
      <pc:sldChg chg="del">
        <pc:chgData name="Samuel Martins" userId="f8f09c98-71f0-450b-b670-36841d96801a" providerId="ADAL" clId="{97CB2284-6D10-5B49-AB99-EC048A932463}" dt="2021-10-14T01:14:13.641" v="140" actId="2696"/>
        <pc:sldMkLst>
          <pc:docMk/>
          <pc:sldMk cId="0" sldId="1064"/>
        </pc:sldMkLst>
      </pc:sldChg>
      <pc:sldChg chg="del">
        <pc:chgData name="Samuel Martins" userId="f8f09c98-71f0-450b-b670-36841d96801a" providerId="ADAL" clId="{97CB2284-6D10-5B49-AB99-EC048A932463}" dt="2021-10-14T01:14:12.959" v="137" actId="2696"/>
        <pc:sldMkLst>
          <pc:docMk/>
          <pc:sldMk cId="0" sldId="1065"/>
        </pc:sldMkLst>
      </pc:sldChg>
      <pc:sldChg chg="del">
        <pc:chgData name="Samuel Martins" userId="f8f09c98-71f0-450b-b670-36841d96801a" providerId="ADAL" clId="{97CB2284-6D10-5B49-AB99-EC048A932463}" dt="2021-10-14T01:14:13.165" v="138" actId="2696"/>
        <pc:sldMkLst>
          <pc:docMk/>
          <pc:sldMk cId="0" sldId="1066"/>
        </pc:sldMkLst>
      </pc:sldChg>
      <pc:sldChg chg="del">
        <pc:chgData name="Samuel Martins" userId="f8f09c98-71f0-450b-b670-36841d96801a" providerId="ADAL" clId="{97CB2284-6D10-5B49-AB99-EC048A932463}" dt="2021-10-14T01:14:14.287" v="143" actId="2696"/>
        <pc:sldMkLst>
          <pc:docMk/>
          <pc:sldMk cId="0" sldId="1067"/>
        </pc:sldMkLst>
      </pc:sldChg>
      <pc:sldChg chg="del">
        <pc:chgData name="Samuel Martins" userId="f8f09c98-71f0-450b-b670-36841d96801a" providerId="ADAL" clId="{97CB2284-6D10-5B49-AB99-EC048A932463}" dt="2021-10-14T01:14:14.329" v="144" actId="2696"/>
        <pc:sldMkLst>
          <pc:docMk/>
          <pc:sldMk cId="0" sldId="1068"/>
        </pc:sldMkLst>
      </pc:sldChg>
      <pc:sldChg chg="del">
        <pc:chgData name="Samuel Martins" userId="f8f09c98-71f0-450b-b670-36841d96801a" providerId="ADAL" clId="{97CB2284-6D10-5B49-AB99-EC048A932463}" dt="2021-10-14T01:14:14.386" v="145" actId="2696"/>
        <pc:sldMkLst>
          <pc:docMk/>
          <pc:sldMk cId="0" sldId="1069"/>
        </pc:sldMkLst>
      </pc:sldChg>
      <pc:sldChg chg="del">
        <pc:chgData name="Samuel Martins" userId="f8f09c98-71f0-450b-b670-36841d96801a" providerId="ADAL" clId="{97CB2284-6D10-5B49-AB99-EC048A932463}" dt="2021-10-14T01:14:14.454" v="146" actId="2696"/>
        <pc:sldMkLst>
          <pc:docMk/>
          <pc:sldMk cId="0" sldId="1070"/>
        </pc:sldMkLst>
      </pc:sldChg>
      <pc:sldChg chg="del">
        <pc:chgData name="Samuel Martins" userId="f8f09c98-71f0-450b-b670-36841d96801a" providerId="ADAL" clId="{97CB2284-6D10-5B49-AB99-EC048A932463}" dt="2021-10-14T01:14:14.533" v="147" actId="2696"/>
        <pc:sldMkLst>
          <pc:docMk/>
          <pc:sldMk cId="0" sldId="1071"/>
        </pc:sldMkLst>
      </pc:sldChg>
      <pc:sldChg chg="del">
        <pc:chgData name="Samuel Martins" userId="f8f09c98-71f0-450b-b670-36841d96801a" providerId="ADAL" clId="{97CB2284-6D10-5B49-AB99-EC048A932463}" dt="2021-10-14T01:14:14.735" v="149" actId="2696"/>
        <pc:sldMkLst>
          <pc:docMk/>
          <pc:sldMk cId="0" sldId="1072"/>
        </pc:sldMkLst>
      </pc:sldChg>
      <pc:sldChg chg="del">
        <pc:chgData name="Samuel Martins" userId="f8f09c98-71f0-450b-b670-36841d96801a" providerId="ADAL" clId="{97CB2284-6D10-5B49-AB99-EC048A932463}" dt="2021-10-14T01:14:14.631" v="148" actId="2696"/>
        <pc:sldMkLst>
          <pc:docMk/>
          <pc:sldMk cId="0" sldId="1073"/>
        </pc:sldMkLst>
      </pc:sldChg>
      <pc:sldChg chg="del">
        <pc:chgData name="Samuel Martins" userId="f8f09c98-71f0-450b-b670-36841d96801a" providerId="ADAL" clId="{97CB2284-6D10-5B49-AB99-EC048A932463}" dt="2021-10-14T01:14:14.814" v="150" actId="2696"/>
        <pc:sldMkLst>
          <pc:docMk/>
          <pc:sldMk cId="0" sldId="1074"/>
        </pc:sldMkLst>
      </pc:sldChg>
      <pc:sldChg chg="del">
        <pc:chgData name="Samuel Martins" userId="f8f09c98-71f0-450b-b670-36841d96801a" providerId="ADAL" clId="{97CB2284-6D10-5B49-AB99-EC048A932463}" dt="2021-10-14T01:14:14.999" v="152" actId="2696"/>
        <pc:sldMkLst>
          <pc:docMk/>
          <pc:sldMk cId="0" sldId="1075"/>
        </pc:sldMkLst>
      </pc:sldChg>
      <pc:sldChg chg="del">
        <pc:chgData name="Samuel Martins" userId="f8f09c98-71f0-450b-b670-36841d96801a" providerId="ADAL" clId="{97CB2284-6D10-5B49-AB99-EC048A932463}" dt="2021-10-14T01:14:14.912" v="151" actId="2696"/>
        <pc:sldMkLst>
          <pc:docMk/>
          <pc:sldMk cId="0" sldId="1076"/>
        </pc:sldMkLst>
      </pc:sldChg>
      <pc:sldChg chg="del">
        <pc:chgData name="Samuel Martins" userId="f8f09c98-71f0-450b-b670-36841d96801a" providerId="ADAL" clId="{97CB2284-6D10-5B49-AB99-EC048A932463}" dt="2021-10-14T01:14:15.037" v="153" actId="2696"/>
        <pc:sldMkLst>
          <pc:docMk/>
          <pc:sldMk cId="0" sldId="1077"/>
        </pc:sldMkLst>
      </pc:sldChg>
      <pc:sldChg chg="del">
        <pc:chgData name="Samuel Martins" userId="f8f09c98-71f0-450b-b670-36841d96801a" providerId="ADAL" clId="{97CB2284-6D10-5B49-AB99-EC048A932463}" dt="2021-10-14T01:14:15.082" v="154" actId="2696"/>
        <pc:sldMkLst>
          <pc:docMk/>
          <pc:sldMk cId="0" sldId="1078"/>
        </pc:sldMkLst>
      </pc:sldChg>
      <pc:sldChg chg="del">
        <pc:chgData name="Samuel Martins" userId="f8f09c98-71f0-450b-b670-36841d96801a" providerId="ADAL" clId="{97CB2284-6D10-5B49-AB99-EC048A932463}" dt="2021-10-14T01:14:15.149" v="155" actId="2696"/>
        <pc:sldMkLst>
          <pc:docMk/>
          <pc:sldMk cId="0" sldId="1080"/>
        </pc:sldMkLst>
      </pc:sldChg>
      <pc:sldChg chg="del">
        <pc:chgData name="Samuel Martins" userId="f8f09c98-71f0-450b-b670-36841d96801a" providerId="ADAL" clId="{97CB2284-6D10-5B49-AB99-EC048A932463}" dt="2021-10-14T01:14:16.473" v="169" actId="2696"/>
        <pc:sldMkLst>
          <pc:docMk/>
          <pc:sldMk cId="0" sldId="1081"/>
        </pc:sldMkLst>
      </pc:sldChg>
      <pc:sldChg chg="del">
        <pc:chgData name="Samuel Martins" userId="f8f09c98-71f0-450b-b670-36841d96801a" providerId="ADAL" clId="{97CB2284-6D10-5B49-AB99-EC048A932463}" dt="2021-10-14T01:14:26.558" v="214" actId="2696"/>
        <pc:sldMkLst>
          <pc:docMk/>
          <pc:sldMk cId="0" sldId="1082"/>
        </pc:sldMkLst>
      </pc:sldChg>
      <pc:sldChg chg="del">
        <pc:chgData name="Samuel Martins" userId="f8f09c98-71f0-450b-b670-36841d96801a" providerId="ADAL" clId="{97CB2284-6D10-5B49-AB99-EC048A932463}" dt="2021-10-14T01:14:15.227" v="156" actId="2696"/>
        <pc:sldMkLst>
          <pc:docMk/>
          <pc:sldMk cId="0" sldId="1083"/>
        </pc:sldMkLst>
      </pc:sldChg>
      <pc:sldChg chg="del">
        <pc:chgData name="Samuel Martins" userId="f8f09c98-71f0-450b-b670-36841d96801a" providerId="ADAL" clId="{97CB2284-6D10-5B49-AB99-EC048A932463}" dt="2021-10-14T01:14:16.332" v="168" actId="2696"/>
        <pc:sldMkLst>
          <pc:docMk/>
          <pc:sldMk cId="0" sldId="1084"/>
        </pc:sldMkLst>
      </pc:sldChg>
      <pc:sldChg chg="del">
        <pc:chgData name="Samuel Martins" userId="f8f09c98-71f0-450b-b670-36841d96801a" providerId="ADAL" clId="{97CB2284-6D10-5B49-AB99-EC048A932463}" dt="2021-10-14T01:14:16.248" v="167" actId="2696"/>
        <pc:sldMkLst>
          <pc:docMk/>
          <pc:sldMk cId="0" sldId="1085"/>
        </pc:sldMkLst>
      </pc:sldChg>
      <pc:sldChg chg="del">
        <pc:chgData name="Samuel Martins" userId="f8f09c98-71f0-450b-b670-36841d96801a" providerId="ADAL" clId="{97CB2284-6D10-5B49-AB99-EC048A932463}" dt="2021-10-14T01:14:15.307" v="157" actId="2696"/>
        <pc:sldMkLst>
          <pc:docMk/>
          <pc:sldMk cId="0" sldId="1086"/>
        </pc:sldMkLst>
      </pc:sldChg>
      <pc:sldChg chg="del">
        <pc:chgData name="Samuel Martins" userId="f8f09c98-71f0-450b-b670-36841d96801a" providerId="ADAL" clId="{97CB2284-6D10-5B49-AB99-EC048A932463}" dt="2021-10-14T01:14:15.487" v="159" actId="2696"/>
        <pc:sldMkLst>
          <pc:docMk/>
          <pc:sldMk cId="0" sldId="1088"/>
        </pc:sldMkLst>
      </pc:sldChg>
      <pc:sldChg chg="del">
        <pc:chgData name="Samuel Martins" userId="f8f09c98-71f0-450b-b670-36841d96801a" providerId="ADAL" clId="{97CB2284-6D10-5B49-AB99-EC048A932463}" dt="2021-10-14T01:14:15.578" v="160" actId="2696"/>
        <pc:sldMkLst>
          <pc:docMk/>
          <pc:sldMk cId="0" sldId="1089"/>
        </pc:sldMkLst>
      </pc:sldChg>
      <pc:sldChg chg="del">
        <pc:chgData name="Samuel Martins" userId="f8f09c98-71f0-450b-b670-36841d96801a" providerId="ADAL" clId="{97CB2284-6D10-5B49-AB99-EC048A932463}" dt="2021-10-14T01:14:15.669" v="161" actId="2696"/>
        <pc:sldMkLst>
          <pc:docMk/>
          <pc:sldMk cId="0" sldId="1090"/>
        </pc:sldMkLst>
      </pc:sldChg>
      <pc:sldChg chg="del">
        <pc:chgData name="Samuel Martins" userId="f8f09c98-71f0-450b-b670-36841d96801a" providerId="ADAL" clId="{97CB2284-6D10-5B49-AB99-EC048A932463}" dt="2021-10-14T01:14:15.766" v="162" actId="2696"/>
        <pc:sldMkLst>
          <pc:docMk/>
          <pc:sldMk cId="0" sldId="1091"/>
        </pc:sldMkLst>
      </pc:sldChg>
      <pc:sldChg chg="del">
        <pc:chgData name="Samuel Martins" userId="f8f09c98-71f0-450b-b670-36841d96801a" providerId="ADAL" clId="{97CB2284-6D10-5B49-AB99-EC048A932463}" dt="2021-10-14T01:14:15.871" v="163" actId="2696"/>
        <pc:sldMkLst>
          <pc:docMk/>
          <pc:sldMk cId="0" sldId="1092"/>
        </pc:sldMkLst>
      </pc:sldChg>
      <pc:sldChg chg="del">
        <pc:chgData name="Samuel Martins" userId="f8f09c98-71f0-450b-b670-36841d96801a" providerId="ADAL" clId="{97CB2284-6D10-5B49-AB99-EC048A932463}" dt="2021-10-14T01:14:15.965" v="164" actId="2696"/>
        <pc:sldMkLst>
          <pc:docMk/>
          <pc:sldMk cId="0" sldId="1093"/>
        </pc:sldMkLst>
      </pc:sldChg>
      <pc:sldChg chg="del">
        <pc:chgData name="Samuel Martins" userId="f8f09c98-71f0-450b-b670-36841d96801a" providerId="ADAL" clId="{97CB2284-6D10-5B49-AB99-EC048A932463}" dt="2021-10-14T01:14:16.053" v="165" actId="2696"/>
        <pc:sldMkLst>
          <pc:docMk/>
          <pc:sldMk cId="0" sldId="1094"/>
        </pc:sldMkLst>
      </pc:sldChg>
      <pc:sldChg chg="del">
        <pc:chgData name="Samuel Martins" userId="f8f09c98-71f0-450b-b670-36841d96801a" providerId="ADAL" clId="{97CB2284-6D10-5B49-AB99-EC048A932463}" dt="2021-10-14T01:14:16.161" v="166" actId="2696"/>
        <pc:sldMkLst>
          <pc:docMk/>
          <pc:sldMk cId="0" sldId="1095"/>
        </pc:sldMkLst>
      </pc:sldChg>
      <pc:sldChg chg="del">
        <pc:chgData name="Samuel Martins" userId="f8f09c98-71f0-450b-b670-36841d96801a" providerId="ADAL" clId="{97CB2284-6D10-5B49-AB99-EC048A932463}" dt="2021-10-14T01:14:15.393" v="158" actId="2696"/>
        <pc:sldMkLst>
          <pc:docMk/>
          <pc:sldMk cId="0" sldId="1096"/>
        </pc:sldMkLst>
      </pc:sldChg>
      <pc:sldChg chg="modSp">
        <pc:chgData name="Samuel Martins" userId="f8f09c98-71f0-450b-b670-36841d96801a" providerId="ADAL" clId="{97CB2284-6D10-5B49-AB99-EC048A932463}" dt="2021-10-15T12:45:23.600" v="3295" actId="20577"/>
        <pc:sldMkLst>
          <pc:docMk/>
          <pc:sldMk cId="0" sldId="1152"/>
        </pc:sldMkLst>
        <pc:spChg chg="mod">
          <ac:chgData name="Samuel Martins" userId="f8f09c98-71f0-450b-b670-36841d96801a" providerId="ADAL" clId="{97CB2284-6D10-5B49-AB99-EC048A932463}" dt="2021-10-14T02:13:58.181" v="1105" actId="207"/>
          <ac:spMkLst>
            <pc:docMk/>
            <pc:sldMk cId="0" sldId="1152"/>
            <ac:spMk id="15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5T12:45:23.600" v="3295" actId="20577"/>
          <ac:spMkLst>
            <pc:docMk/>
            <pc:sldMk cId="0" sldId="1152"/>
            <ac:spMk id="157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4T02:29:25.135" v="1595" actId="207"/>
        <pc:sldMkLst>
          <pc:docMk/>
          <pc:sldMk cId="0" sldId="1153"/>
        </pc:sldMkLst>
        <pc:spChg chg="mod">
          <ac:chgData name="Samuel Martins" userId="f8f09c98-71f0-450b-b670-36841d96801a" providerId="ADAL" clId="{97CB2284-6D10-5B49-AB99-EC048A932463}" dt="2021-10-14T02:14:15.849" v="1107" actId="207"/>
          <ac:spMkLst>
            <pc:docMk/>
            <pc:sldMk cId="0" sldId="1153"/>
            <ac:spMk id="15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29:25.135" v="1595" actId="207"/>
          <ac:spMkLst>
            <pc:docMk/>
            <pc:sldMk cId="0" sldId="1153"/>
            <ac:spMk id="23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4T02:14:26.413" v="1110" actId="207"/>
        <pc:sldMkLst>
          <pc:docMk/>
          <pc:sldMk cId="0" sldId="1154"/>
        </pc:sldMkLst>
        <pc:spChg chg="mod">
          <ac:chgData name="Samuel Martins" userId="f8f09c98-71f0-450b-b670-36841d96801a" providerId="ADAL" clId="{97CB2284-6D10-5B49-AB99-EC048A932463}" dt="2021-10-14T02:14:26.413" v="1110" actId="207"/>
          <ac:spMkLst>
            <pc:docMk/>
            <pc:sldMk cId="0" sldId="1154"/>
            <ac:spMk id="15" creationId="{00000000-0000-0000-0000-000000000000}"/>
          </ac:spMkLst>
        </pc:spChg>
      </pc:sldChg>
      <pc:sldChg chg="del">
        <pc:chgData name="Samuel Martins" userId="f8f09c98-71f0-450b-b670-36841d96801a" providerId="ADAL" clId="{97CB2284-6D10-5B49-AB99-EC048A932463}" dt="2021-10-14T01:14:11.466" v="115" actId="2696"/>
        <pc:sldMkLst>
          <pc:docMk/>
          <pc:sldMk cId="0" sldId="1155"/>
        </pc:sldMkLst>
      </pc:sldChg>
      <pc:sldChg chg="del">
        <pc:chgData name="Samuel Martins" userId="f8f09c98-71f0-450b-b670-36841d96801a" providerId="ADAL" clId="{97CB2284-6D10-5B49-AB99-EC048A932463}" dt="2021-10-14T01:14:11.385" v="114" actId="2696"/>
        <pc:sldMkLst>
          <pc:docMk/>
          <pc:sldMk cId="0" sldId="1156"/>
        </pc:sldMkLst>
      </pc:sldChg>
      <pc:sldChg chg="modSp">
        <pc:chgData name="Samuel Martins" userId="f8f09c98-71f0-450b-b670-36841d96801a" providerId="ADAL" clId="{97CB2284-6D10-5B49-AB99-EC048A932463}" dt="2021-10-14T02:14:21.014" v="1108" actId="207"/>
        <pc:sldMkLst>
          <pc:docMk/>
          <pc:sldMk cId="0" sldId="1157"/>
        </pc:sldMkLst>
        <pc:spChg chg="mod">
          <ac:chgData name="Samuel Martins" userId="f8f09c98-71f0-450b-b670-36841d96801a" providerId="ADAL" clId="{97CB2284-6D10-5B49-AB99-EC048A932463}" dt="2021-10-14T02:14:21.014" v="1108" actId="207"/>
          <ac:spMkLst>
            <pc:docMk/>
            <pc:sldMk cId="0" sldId="1157"/>
            <ac:spMk id="15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4T02:14:30.948" v="1111" actId="207"/>
        <pc:sldMkLst>
          <pc:docMk/>
          <pc:sldMk cId="0" sldId="1158"/>
        </pc:sldMkLst>
        <pc:spChg chg="mod">
          <ac:chgData name="Samuel Martins" userId="f8f09c98-71f0-450b-b670-36841d96801a" providerId="ADAL" clId="{97CB2284-6D10-5B49-AB99-EC048A932463}" dt="2021-10-14T01:11:43.586" v="6" actId="20577"/>
          <ac:spMkLst>
            <pc:docMk/>
            <pc:sldMk cId="0" sldId="1158"/>
            <ac:spMk id="9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14:30.948" v="1111" actId="207"/>
          <ac:spMkLst>
            <pc:docMk/>
            <pc:sldMk cId="0" sldId="1158"/>
            <ac:spMk id="15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5T12:45:59.145" v="3297" actId="20577"/>
        <pc:sldMkLst>
          <pc:docMk/>
          <pc:sldMk cId="0" sldId="1159"/>
        </pc:sldMkLst>
        <pc:spChg chg="mod">
          <ac:chgData name="Samuel Martins" userId="f8f09c98-71f0-450b-b670-36841d96801a" providerId="ADAL" clId="{97CB2284-6D10-5B49-AB99-EC048A932463}" dt="2021-10-14T01:11:49.019" v="13" actId="20577"/>
          <ac:spMkLst>
            <pc:docMk/>
            <pc:sldMk cId="0" sldId="1159"/>
            <ac:spMk id="9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5T12:45:59.145" v="3297" actId="20577"/>
          <ac:spMkLst>
            <pc:docMk/>
            <pc:sldMk cId="0" sldId="1159"/>
            <ac:spMk id="14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14:44.666" v="1112" actId="207"/>
          <ac:spMkLst>
            <pc:docMk/>
            <pc:sldMk cId="0" sldId="1159"/>
            <ac:spMk id="15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4T02:14:48.975" v="1113" actId="207"/>
        <pc:sldMkLst>
          <pc:docMk/>
          <pc:sldMk cId="0" sldId="1160"/>
        </pc:sldMkLst>
        <pc:spChg chg="mod">
          <ac:chgData name="Samuel Martins" userId="f8f09c98-71f0-450b-b670-36841d96801a" providerId="ADAL" clId="{97CB2284-6D10-5B49-AB99-EC048A932463}" dt="2021-10-14T01:11:54.078" v="20" actId="20577"/>
          <ac:spMkLst>
            <pc:docMk/>
            <pc:sldMk cId="0" sldId="1160"/>
            <ac:spMk id="9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14:48.975" v="1113" actId="207"/>
          <ac:spMkLst>
            <pc:docMk/>
            <pc:sldMk cId="0" sldId="1160"/>
            <ac:spMk id="15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4T02:14:53.317" v="1114" actId="207"/>
        <pc:sldMkLst>
          <pc:docMk/>
          <pc:sldMk cId="0" sldId="1161"/>
        </pc:sldMkLst>
        <pc:spChg chg="mod">
          <ac:chgData name="Samuel Martins" userId="f8f09c98-71f0-450b-b670-36841d96801a" providerId="ADAL" clId="{97CB2284-6D10-5B49-AB99-EC048A932463}" dt="2021-10-14T01:11:57.606" v="27" actId="20577"/>
          <ac:spMkLst>
            <pc:docMk/>
            <pc:sldMk cId="0" sldId="1161"/>
            <ac:spMk id="9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14:53.317" v="1114" actId="207"/>
          <ac:spMkLst>
            <pc:docMk/>
            <pc:sldMk cId="0" sldId="1161"/>
            <ac:spMk id="15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4T02:14:59.515" v="1115" actId="207"/>
        <pc:sldMkLst>
          <pc:docMk/>
          <pc:sldMk cId="0" sldId="1162"/>
        </pc:sldMkLst>
        <pc:spChg chg="mod">
          <ac:chgData name="Samuel Martins" userId="f8f09c98-71f0-450b-b670-36841d96801a" providerId="ADAL" clId="{97CB2284-6D10-5B49-AB99-EC048A932463}" dt="2021-10-14T01:12:01.667" v="34" actId="20577"/>
          <ac:spMkLst>
            <pc:docMk/>
            <pc:sldMk cId="0" sldId="1162"/>
            <ac:spMk id="9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14:59.515" v="1115" actId="207"/>
          <ac:spMkLst>
            <pc:docMk/>
            <pc:sldMk cId="0" sldId="1162"/>
            <ac:spMk id="15" creationId="{00000000-0000-0000-0000-000000000000}"/>
          </ac:spMkLst>
        </pc:spChg>
      </pc:sldChg>
      <pc:sldChg chg="modSp">
        <pc:chgData name="Samuel Martins" userId="f8f09c98-71f0-450b-b670-36841d96801a" providerId="ADAL" clId="{97CB2284-6D10-5B49-AB99-EC048A932463}" dt="2021-10-14T02:15:03.945" v="1116" actId="207"/>
        <pc:sldMkLst>
          <pc:docMk/>
          <pc:sldMk cId="0" sldId="1163"/>
        </pc:sldMkLst>
        <pc:spChg chg="mod">
          <ac:chgData name="Samuel Martins" userId="f8f09c98-71f0-450b-b670-36841d96801a" providerId="ADAL" clId="{97CB2284-6D10-5B49-AB99-EC048A932463}" dt="2021-10-14T01:12:05.748" v="41" actId="20577"/>
          <ac:spMkLst>
            <pc:docMk/>
            <pc:sldMk cId="0" sldId="1163"/>
            <ac:spMk id="9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15:03.945" v="1116" actId="207"/>
          <ac:spMkLst>
            <pc:docMk/>
            <pc:sldMk cId="0" sldId="1163"/>
            <ac:spMk id="15" creationId="{00000000-0000-0000-0000-000000000000}"/>
          </ac:spMkLst>
        </pc:spChg>
      </pc:sldChg>
      <pc:sldChg chg="addSp delSp modSp add">
        <pc:chgData name="Samuel Martins" userId="f8f09c98-71f0-450b-b670-36841d96801a" providerId="ADAL" clId="{97CB2284-6D10-5B49-AB99-EC048A932463}" dt="2021-10-14T02:19:28.688" v="1234" actId="478"/>
        <pc:sldMkLst>
          <pc:docMk/>
          <pc:sldMk cId="2866310311" sldId="1164"/>
        </pc:sldMkLst>
        <pc:spChg chg="del">
          <ac:chgData name="Samuel Martins" userId="f8f09c98-71f0-450b-b670-36841d96801a" providerId="ADAL" clId="{97CB2284-6D10-5B49-AB99-EC048A932463}" dt="2021-10-14T01:12:51.861" v="102" actId="478"/>
          <ac:spMkLst>
            <pc:docMk/>
            <pc:sldMk cId="2866310311" sldId="1164"/>
            <ac:spMk id="2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1:12:51.861" v="102" actId="478"/>
          <ac:spMkLst>
            <pc:docMk/>
            <pc:sldMk cId="2866310311" sldId="1164"/>
            <ac:spMk id="5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1:12:51.861" v="102" actId="478"/>
          <ac:spMkLst>
            <pc:docMk/>
            <pc:sldMk cId="2866310311" sldId="1164"/>
            <ac:spMk id="8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1:12:46.878" v="100" actId="478"/>
          <ac:spMkLst>
            <pc:docMk/>
            <pc:sldMk cId="2866310311" sldId="1164"/>
            <ac:spMk id="9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1:12:46.878" v="100" actId="478"/>
          <ac:spMkLst>
            <pc:docMk/>
            <pc:sldMk cId="2866310311" sldId="1164"/>
            <ac:spMk id="10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1:12:51.861" v="102" actId="478"/>
          <ac:spMkLst>
            <pc:docMk/>
            <pc:sldMk cId="2866310311" sldId="1164"/>
            <ac:spMk id="14" creationId="{00000000-0000-0000-0000-000000000000}"/>
          </ac:spMkLst>
        </pc:spChg>
        <pc:spChg chg="mod">
          <ac:chgData name="Samuel Martins" userId="f8f09c98-71f0-450b-b670-36841d96801a" providerId="ADAL" clId="{97CB2284-6D10-5B49-AB99-EC048A932463}" dt="2021-10-14T02:15:09.604" v="1117" actId="207"/>
          <ac:spMkLst>
            <pc:docMk/>
            <pc:sldMk cId="2866310311" sldId="1164"/>
            <ac:spMk id="15" creationId="{00000000-0000-0000-0000-000000000000}"/>
          </ac:spMkLst>
        </pc:spChg>
        <pc:spChg chg="del">
          <ac:chgData name="Samuel Martins" userId="f8f09c98-71f0-450b-b670-36841d96801a" providerId="ADAL" clId="{97CB2284-6D10-5B49-AB99-EC048A932463}" dt="2021-10-14T01:12:51.861" v="102" actId="478"/>
          <ac:spMkLst>
            <pc:docMk/>
            <pc:sldMk cId="2866310311" sldId="1164"/>
            <ac:spMk id="17" creationId="{00000000-0000-0000-0000-000000000000}"/>
          </ac:spMkLst>
        </pc:spChg>
        <pc:spChg chg="add mod">
          <ac:chgData name="Samuel Martins" userId="f8f09c98-71f0-450b-b670-36841d96801a" providerId="ADAL" clId="{97CB2284-6D10-5B49-AB99-EC048A932463}" dt="2021-10-14T01:17:17.070" v="272" actId="164"/>
          <ac:spMkLst>
            <pc:docMk/>
            <pc:sldMk cId="2866310311" sldId="1164"/>
            <ac:spMk id="18" creationId="{04F21ABA-503A-0644-95D4-B3A375C051A4}"/>
          </ac:spMkLst>
        </pc:spChg>
        <pc:spChg chg="add mod">
          <ac:chgData name="Samuel Martins" userId="f8f09c98-71f0-450b-b670-36841d96801a" providerId="ADAL" clId="{97CB2284-6D10-5B49-AB99-EC048A932463}" dt="2021-10-14T01:17:38.005" v="277" actId="164"/>
          <ac:spMkLst>
            <pc:docMk/>
            <pc:sldMk cId="2866310311" sldId="1164"/>
            <ac:spMk id="21" creationId="{7B2BA504-7DB6-1E4C-B44B-3AB0AC76586E}"/>
          </ac:spMkLst>
        </pc:spChg>
        <pc:spChg chg="add mod">
          <ac:chgData name="Samuel Martins" userId="f8f09c98-71f0-450b-b670-36841d96801a" providerId="ADAL" clId="{97CB2284-6D10-5B49-AB99-EC048A932463}" dt="2021-10-14T01:17:38.005" v="277" actId="164"/>
          <ac:spMkLst>
            <pc:docMk/>
            <pc:sldMk cId="2866310311" sldId="1164"/>
            <ac:spMk id="22" creationId="{1E503A2E-36AF-1145-9A0D-37DDFDA680FB}"/>
          </ac:spMkLst>
        </pc:spChg>
        <pc:spChg chg="add mod">
          <ac:chgData name="Samuel Martins" userId="f8f09c98-71f0-450b-b670-36841d96801a" providerId="ADAL" clId="{97CB2284-6D10-5B49-AB99-EC048A932463}" dt="2021-10-14T01:17:17.070" v="272" actId="164"/>
          <ac:spMkLst>
            <pc:docMk/>
            <pc:sldMk cId="2866310311" sldId="1164"/>
            <ac:spMk id="140" creationId="{4271E814-8A6D-A046-94B6-A7815CF1425A}"/>
          </ac:spMkLst>
        </pc:spChg>
        <pc:spChg chg="mod topLvl">
          <ac:chgData name="Samuel Martins" userId="f8f09c98-71f0-450b-b670-36841d96801a" providerId="ADAL" clId="{97CB2284-6D10-5B49-AB99-EC048A932463}" dt="2021-10-14T01:19:42.161" v="316" actId="164"/>
          <ac:spMkLst>
            <pc:docMk/>
            <pc:sldMk cId="2866310311" sldId="1164"/>
            <ac:spMk id="154" creationId="{85BFCD8E-606A-F240-B46D-6B7E0D08EE2A}"/>
          </ac:spMkLst>
        </pc:spChg>
        <pc:spChg chg="mod topLvl">
          <ac:chgData name="Samuel Martins" userId="f8f09c98-71f0-450b-b670-36841d96801a" providerId="ADAL" clId="{97CB2284-6D10-5B49-AB99-EC048A932463}" dt="2021-10-14T01:19:42.161" v="316" actId="164"/>
          <ac:spMkLst>
            <pc:docMk/>
            <pc:sldMk cId="2866310311" sldId="1164"/>
            <ac:spMk id="157" creationId="{5D0D211E-ADB6-814E-9C46-02CAD181776B}"/>
          </ac:spMkLst>
        </pc:spChg>
        <pc:spChg chg="mod">
          <ac:chgData name="Samuel Martins" userId="f8f09c98-71f0-450b-b670-36841d96801a" providerId="ADAL" clId="{97CB2284-6D10-5B49-AB99-EC048A932463}" dt="2021-10-14T01:29:01.719" v="356" actId="20577"/>
          <ac:spMkLst>
            <pc:docMk/>
            <pc:sldMk cId="2866310311" sldId="1164"/>
            <ac:spMk id="163" creationId="{DF01E7A1-DBE2-8A48-B468-434D68E86593}"/>
          </ac:spMkLst>
        </pc:spChg>
        <pc:spChg chg="mod">
          <ac:chgData name="Samuel Martins" userId="f8f09c98-71f0-450b-b670-36841d96801a" providerId="ADAL" clId="{97CB2284-6D10-5B49-AB99-EC048A932463}" dt="2021-10-14T01:36:56.817" v="506" actId="20577"/>
          <ac:spMkLst>
            <pc:docMk/>
            <pc:sldMk cId="2866310311" sldId="1164"/>
            <ac:spMk id="174" creationId="{60D4CC9F-4AD9-3A4D-A26E-A3419B9EDAD5}"/>
          </ac:spMkLst>
        </pc:spChg>
        <pc:spChg chg="add del mod">
          <ac:chgData name="Samuel Martins" userId="f8f09c98-71f0-450b-b670-36841d96801a" providerId="ADAL" clId="{97CB2284-6D10-5B49-AB99-EC048A932463}" dt="2021-10-14T01:33:16.005" v="447" actId="478"/>
          <ac:spMkLst>
            <pc:docMk/>
            <pc:sldMk cId="2866310311" sldId="1164"/>
            <ac:spMk id="186" creationId="{01B5C758-0682-6540-98DD-4D242A31A669}"/>
          </ac:spMkLst>
        </pc:spChg>
        <pc:spChg chg="add del mod">
          <ac:chgData name="Samuel Martins" userId="f8f09c98-71f0-450b-b670-36841d96801a" providerId="ADAL" clId="{97CB2284-6D10-5B49-AB99-EC048A932463}" dt="2021-10-14T01:33:16.005" v="447" actId="478"/>
          <ac:spMkLst>
            <pc:docMk/>
            <pc:sldMk cId="2866310311" sldId="1164"/>
            <ac:spMk id="189" creationId="{348A143C-59C6-9146-9FA5-D1B82A7F3E00}"/>
          </ac:spMkLst>
        </pc:spChg>
        <pc:spChg chg="add mod">
          <ac:chgData name="Samuel Martins" userId="f8f09c98-71f0-450b-b670-36841d96801a" providerId="ADAL" clId="{97CB2284-6D10-5B49-AB99-EC048A932463}" dt="2021-10-14T01:37:01.461" v="507" actId="164"/>
          <ac:spMkLst>
            <pc:docMk/>
            <pc:sldMk cId="2866310311" sldId="1164"/>
            <ac:spMk id="201" creationId="{96466A1C-3F67-B44B-ACF0-D5B1D2F382D4}"/>
          </ac:spMkLst>
        </pc:spChg>
        <pc:spChg chg="add mod">
          <ac:chgData name="Samuel Martins" userId="f8f09c98-71f0-450b-b670-36841d96801a" providerId="ADAL" clId="{97CB2284-6D10-5B49-AB99-EC048A932463}" dt="2021-10-14T01:37:01.461" v="507" actId="164"/>
          <ac:spMkLst>
            <pc:docMk/>
            <pc:sldMk cId="2866310311" sldId="1164"/>
            <ac:spMk id="205" creationId="{A4AAC1CD-3398-3D47-9B33-537721649084}"/>
          </ac:spMkLst>
        </pc:spChg>
        <pc:spChg chg="add mod">
          <ac:chgData name="Samuel Martins" userId="f8f09c98-71f0-450b-b670-36841d96801a" providerId="ADAL" clId="{97CB2284-6D10-5B49-AB99-EC048A932463}" dt="2021-10-14T01:37:01.461" v="507" actId="164"/>
          <ac:spMkLst>
            <pc:docMk/>
            <pc:sldMk cId="2866310311" sldId="1164"/>
            <ac:spMk id="207" creationId="{49070F06-A88D-C744-A365-D4529378C805}"/>
          </ac:spMkLst>
        </pc:spChg>
        <pc:spChg chg="mod">
          <ac:chgData name="Samuel Martins" userId="f8f09c98-71f0-450b-b670-36841d96801a" providerId="ADAL" clId="{97CB2284-6D10-5B49-AB99-EC048A932463}" dt="2021-10-14T01:12:40.214" v="92" actId="20577"/>
          <ac:spMkLst>
            <pc:docMk/>
            <pc:sldMk cId="2866310311" sldId="1164"/>
            <ac:spMk id="208" creationId="{00000000-0000-0000-0000-000000000000}"/>
          </ac:spMkLst>
        </pc:spChg>
        <pc:spChg chg="add mod">
          <ac:chgData name="Samuel Martins" userId="f8f09c98-71f0-450b-b670-36841d96801a" providerId="ADAL" clId="{97CB2284-6D10-5B49-AB99-EC048A932463}" dt="2021-10-14T01:37:01.461" v="507" actId="164"/>
          <ac:spMkLst>
            <pc:docMk/>
            <pc:sldMk cId="2866310311" sldId="1164"/>
            <ac:spMk id="209" creationId="{DF89B841-2161-594C-93C5-CD981B90789B}"/>
          </ac:spMkLst>
        </pc:spChg>
        <pc:spChg chg="add mod">
          <ac:chgData name="Samuel Martins" userId="f8f09c98-71f0-450b-b670-36841d96801a" providerId="ADAL" clId="{97CB2284-6D10-5B49-AB99-EC048A932463}" dt="2021-10-14T01:37:01.461" v="507" actId="164"/>
          <ac:spMkLst>
            <pc:docMk/>
            <pc:sldMk cId="2866310311" sldId="1164"/>
            <ac:spMk id="210" creationId="{B1CA5063-EF35-174C-83A0-7867490A2803}"/>
          </ac:spMkLst>
        </pc:spChg>
        <pc:spChg chg="add mod">
          <ac:chgData name="Samuel Martins" userId="f8f09c98-71f0-450b-b670-36841d96801a" providerId="ADAL" clId="{97CB2284-6D10-5B49-AB99-EC048A932463}" dt="2021-10-14T01:37:01.461" v="507" actId="164"/>
          <ac:spMkLst>
            <pc:docMk/>
            <pc:sldMk cId="2866310311" sldId="1164"/>
            <ac:spMk id="212" creationId="{9782EF8C-24A7-3D44-91F8-FF1E3A41BFA3}"/>
          </ac:spMkLst>
        </pc:spChg>
        <pc:spChg chg="add mod">
          <ac:chgData name="Samuel Martins" userId="f8f09c98-71f0-450b-b670-36841d96801a" providerId="ADAL" clId="{97CB2284-6D10-5B49-AB99-EC048A932463}" dt="2021-10-14T01:37:01.461" v="507" actId="164"/>
          <ac:spMkLst>
            <pc:docMk/>
            <pc:sldMk cId="2866310311" sldId="1164"/>
            <ac:spMk id="213" creationId="{DE9ABDEB-1917-CF4D-8525-69E6C0203172}"/>
          </ac:spMkLst>
        </pc:spChg>
        <pc:spChg chg="add del mod">
          <ac:chgData name="Samuel Martins" userId="f8f09c98-71f0-450b-b670-36841d96801a" providerId="ADAL" clId="{97CB2284-6D10-5B49-AB99-EC048A932463}" dt="2021-10-14T01:44:06.270" v="615" actId="164"/>
          <ac:spMkLst>
            <pc:docMk/>
            <pc:sldMk cId="2866310311" sldId="1164"/>
            <ac:spMk id="215" creationId="{39D17439-AB49-8641-B44A-CFC9B18CB907}"/>
          </ac:spMkLst>
        </pc:spChg>
        <pc:spChg chg="add mod">
          <ac:chgData name="Samuel Martins" userId="f8f09c98-71f0-450b-b670-36841d96801a" providerId="ADAL" clId="{97CB2284-6D10-5B49-AB99-EC048A932463}" dt="2021-10-14T01:44:06.270" v="615" actId="164"/>
          <ac:spMkLst>
            <pc:docMk/>
            <pc:sldMk cId="2866310311" sldId="1164"/>
            <ac:spMk id="216" creationId="{DD2FAE0A-EE43-5F48-A4CD-D09E4D2444F6}"/>
          </ac:spMkLst>
        </pc:spChg>
        <pc:spChg chg="add mod">
          <ac:chgData name="Samuel Martins" userId="f8f09c98-71f0-450b-b670-36841d96801a" providerId="ADAL" clId="{97CB2284-6D10-5B49-AB99-EC048A932463}" dt="2021-10-14T01:44:08.840" v="616" actId="164"/>
          <ac:spMkLst>
            <pc:docMk/>
            <pc:sldMk cId="2866310311" sldId="1164"/>
            <ac:spMk id="217" creationId="{336ACC44-9D3C-3D49-9FD8-2C1304BD4ED1}"/>
          </ac:spMkLst>
        </pc:spChg>
        <pc:spChg chg="add mod">
          <ac:chgData name="Samuel Martins" userId="f8f09c98-71f0-450b-b670-36841d96801a" providerId="ADAL" clId="{97CB2284-6D10-5B49-AB99-EC048A932463}" dt="2021-10-14T01:44:08.840" v="616" actId="164"/>
          <ac:spMkLst>
            <pc:docMk/>
            <pc:sldMk cId="2866310311" sldId="1164"/>
            <ac:spMk id="218" creationId="{E35D7AD5-D5A0-344E-9F27-CE349E18D160}"/>
          </ac:spMkLst>
        </pc:spChg>
        <pc:spChg chg="add mod">
          <ac:chgData name="Samuel Martins" userId="f8f09c98-71f0-450b-b670-36841d96801a" providerId="ADAL" clId="{97CB2284-6D10-5B49-AB99-EC048A932463}" dt="2021-10-14T01:44:11.337" v="617" actId="164"/>
          <ac:spMkLst>
            <pc:docMk/>
            <pc:sldMk cId="2866310311" sldId="1164"/>
            <ac:spMk id="219" creationId="{3D741998-C734-4042-B64E-2A83C3E2ED4A}"/>
          </ac:spMkLst>
        </pc:spChg>
        <pc:spChg chg="add mod">
          <ac:chgData name="Samuel Martins" userId="f8f09c98-71f0-450b-b670-36841d96801a" providerId="ADAL" clId="{97CB2284-6D10-5B49-AB99-EC048A932463}" dt="2021-10-14T01:44:11.337" v="617" actId="164"/>
          <ac:spMkLst>
            <pc:docMk/>
            <pc:sldMk cId="2866310311" sldId="1164"/>
            <ac:spMk id="220" creationId="{961238A9-1255-5B48-AFD1-8F826EA04E06}"/>
          </ac:spMkLst>
        </pc:spChg>
        <pc:spChg chg="add mod">
          <ac:chgData name="Samuel Martins" userId="f8f09c98-71f0-450b-b670-36841d96801a" providerId="ADAL" clId="{97CB2284-6D10-5B49-AB99-EC048A932463}" dt="2021-10-14T01:44:13.269" v="618" actId="164"/>
          <ac:spMkLst>
            <pc:docMk/>
            <pc:sldMk cId="2866310311" sldId="1164"/>
            <ac:spMk id="221" creationId="{67DD5DCF-A5AD-754B-921C-BBF68973B35F}"/>
          </ac:spMkLst>
        </pc:spChg>
        <pc:spChg chg="add mod">
          <ac:chgData name="Samuel Martins" userId="f8f09c98-71f0-450b-b670-36841d96801a" providerId="ADAL" clId="{97CB2284-6D10-5B49-AB99-EC048A932463}" dt="2021-10-14T01:44:13.269" v="618" actId="164"/>
          <ac:spMkLst>
            <pc:docMk/>
            <pc:sldMk cId="2866310311" sldId="1164"/>
            <ac:spMk id="222" creationId="{07A0ABCD-FC0E-B646-954E-C2F8D531909F}"/>
          </ac:spMkLst>
        </pc:spChg>
        <pc:spChg chg="add del mod">
          <ac:chgData name="Samuel Martins" userId="f8f09c98-71f0-450b-b670-36841d96801a" providerId="ADAL" clId="{97CB2284-6D10-5B49-AB99-EC048A932463}" dt="2021-10-14T02:19:28.688" v="1234" actId="478"/>
          <ac:spMkLst>
            <pc:docMk/>
            <pc:sldMk cId="2866310311" sldId="1164"/>
            <ac:spMk id="223" creationId="{86B8E2CA-93DA-9045-A037-78C3D6DE72EB}"/>
          </ac:spMkLst>
        </pc:spChg>
        <pc:spChg chg="add del mod">
          <ac:chgData name="Samuel Martins" userId="f8f09c98-71f0-450b-b670-36841d96801a" providerId="ADAL" clId="{97CB2284-6D10-5B49-AB99-EC048A932463}" dt="2021-10-14T02:19:23.593" v="1232" actId="478"/>
          <ac:spMkLst>
            <pc:docMk/>
            <pc:sldMk cId="2866310311" sldId="1164"/>
            <ac:spMk id="229" creationId="{74B938A1-EF18-3945-8CE0-554361F70658}"/>
          </ac:spMkLst>
        </pc:spChg>
        <pc:spChg chg="add del mod">
          <ac:chgData name="Samuel Martins" userId="f8f09c98-71f0-450b-b670-36841d96801a" providerId="ADAL" clId="{97CB2284-6D10-5B49-AB99-EC048A932463}" dt="2021-10-14T02:19:18.809" v="1230" actId="478"/>
          <ac:spMkLst>
            <pc:docMk/>
            <pc:sldMk cId="2866310311" sldId="1164"/>
            <ac:spMk id="230" creationId="{0EE9E6E7-0F8D-2A4A-A9CD-133D96930B20}"/>
          </ac:spMkLst>
        </pc:spChg>
        <pc:spChg chg="add del mod">
          <ac:chgData name="Samuel Martins" userId="f8f09c98-71f0-450b-b670-36841d96801a" providerId="ADAL" clId="{97CB2284-6D10-5B49-AB99-EC048A932463}" dt="2021-10-14T02:19:12.569" v="1228" actId="478"/>
          <ac:spMkLst>
            <pc:docMk/>
            <pc:sldMk cId="2866310311" sldId="1164"/>
            <ac:spMk id="231" creationId="{7D554D25-54FE-4342-9831-BD74B6A2D686}"/>
          </ac:spMkLst>
        </pc:spChg>
        <pc:spChg chg="add del mod">
          <ac:chgData name="Samuel Martins" userId="f8f09c98-71f0-450b-b670-36841d96801a" providerId="ADAL" clId="{97CB2284-6D10-5B49-AB99-EC048A932463}" dt="2021-10-14T02:19:28.688" v="1234" actId="478"/>
          <ac:spMkLst>
            <pc:docMk/>
            <pc:sldMk cId="2866310311" sldId="1164"/>
            <ac:spMk id="235" creationId="{79A12AAB-3715-0F48-BA69-AE945027FB7C}"/>
          </ac:spMkLst>
        </pc:spChg>
        <pc:spChg chg="add del mod">
          <ac:chgData name="Samuel Martins" userId="f8f09c98-71f0-450b-b670-36841d96801a" providerId="ADAL" clId="{97CB2284-6D10-5B49-AB99-EC048A932463}" dt="2021-10-14T02:19:23.593" v="1232" actId="478"/>
          <ac:spMkLst>
            <pc:docMk/>
            <pc:sldMk cId="2866310311" sldId="1164"/>
            <ac:spMk id="236" creationId="{903E40F4-B663-8B46-9E70-95E47F9BAD4E}"/>
          </ac:spMkLst>
        </pc:spChg>
        <pc:spChg chg="add del mod">
          <ac:chgData name="Samuel Martins" userId="f8f09c98-71f0-450b-b670-36841d96801a" providerId="ADAL" clId="{97CB2284-6D10-5B49-AB99-EC048A932463}" dt="2021-10-14T02:19:18.809" v="1230" actId="478"/>
          <ac:spMkLst>
            <pc:docMk/>
            <pc:sldMk cId="2866310311" sldId="1164"/>
            <ac:spMk id="237" creationId="{125590C9-5904-E148-AC4E-951CC155D98B}"/>
          </ac:spMkLst>
        </pc:spChg>
        <pc:spChg chg="add del mod">
          <ac:chgData name="Samuel Martins" userId="f8f09c98-71f0-450b-b670-36841d96801a" providerId="ADAL" clId="{97CB2284-6D10-5B49-AB99-EC048A932463}" dt="2021-10-14T02:16:06.678" v="1120" actId="478"/>
          <ac:spMkLst>
            <pc:docMk/>
            <pc:sldMk cId="2866310311" sldId="1164"/>
            <ac:spMk id="238" creationId="{6AB3AD10-4F9E-FC4B-8712-1DFD6B30EF5E}"/>
          </ac:spMkLst>
        </pc:spChg>
        <pc:spChg chg="add del mod">
          <ac:chgData name="Samuel Martins" userId="f8f09c98-71f0-450b-b670-36841d96801a" providerId="ADAL" clId="{97CB2284-6D10-5B49-AB99-EC048A932463}" dt="2021-10-14T02:19:12.569" v="1228" actId="478"/>
          <ac:spMkLst>
            <pc:docMk/>
            <pc:sldMk cId="2866310311" sldId="1164"/>
            <ac:spMk id="239" creationId="{9292A6EA-92B8-9D4F-9C65-FD1CBA7C990D}"/>
          </ac:spMkLst>
        </pc:spChg>
        <pc:spChg chg="add del">
          <ac:chgData name="Samuel Martins" userId="f8f09c98-71f0-450b-b670-36841d96801a" providerId="ADAL" clId="{97CB2284-6D10-5B49-AB99-EC048A932463}" dt="2021-10-14T02:10:50.914" v="1028"/>
          <ac:spMkLst>
            <pc:docMk/>
            <pc:sldMk cId="2866310311" sldId="1164"/>
            <ac:spMk id="240" creationId="{7E2F1F8A-7F91-084A-97AD-0E3C0B62AF3E}"/>
          </ac:spMkLst>
        </pc:spChg>
        <pc:spChg chg="mod">
          <ac:chgData name="Samuel Martins" userId="f8f09c98-71f0-450b-b670-36841d96801a" providerId="ADAL" clId="{97CB2284-6D10-5B49-AB99-EC048A932463}" dt="2021-10-14T02:18:19.517" v="1220" actId="14100"/>
          <ac:spMkLst>
            <pc:docMk/>
            <pc:sldMk cId="2866310311" sldId="1164"/>
            <ac:spMk id="242" creationId="{F24FA391-3231-3646-81F0-7C38DEA1B49D}"/>
          </ac:spMkLst>
        </pc:spChg>
        <pc:grpChg chg="add mod">
          <ac:chgData name="Samuel Martins" userId="f8f09c98-71f0-450b-b670-36841d96801a" providerId="ADAL" clId="{97CB2284-6D10-5B49-AB99-EC048A932463}" dt="2021-10-14T01:44:41.237" v="660" actId="12788"/>
          <ac:grpSpMkLst>
            <pc:docMk/>
            <pc:sldMk cId="2866310311" sldId="1164"/>
            <ac:grpSpMk id="23" creationId="{C6812501-3E54-7F40-A188-1354CC755224}"/>
          </ac:grpSpMkLst>
        </pc:grpChg>
        <pc:grpChg chg="add del mod topLvl">
          <ac:chgData name="Samuel Martins" userId="f8f09c98-71f0-450b-b670-36841d96801a" providerId="ADAL" clId="{97CB2284-6D10-5B49-AB99-EC048A932463}" dt="2021-10-14T01:44:41.237" v="660" actId="12788"/>
          <ac:grpSpMkLst>
            <pc:docMk/>
            <pc:sldMk cId="2866310311" sldId="1164"/>
            <ac:grpSpMk id="24" creationId="{6C8FF57C-D105-4248-A1E1-B0DA80DB5CB5}"/>
          </ac:grpSpMkLst>
        </pc:grpChg>
        <pc:grpChg chg="add del mod topLvl">
          <ac:chgData name="Samuel Martins" userId="f8f09c98-71f0-450b-b670-36841d96801a" providerId="ADAL" clId="{97CB2284-6D10-5B49-AB99-EC048A932463}" dt="2021-10-14T02:16:21.392" v="1123" actId="12788"/>
          <ac:grpSpMkLst>
            <pc:docMk/>
            <pc:sldMk cId="2866310311" sldId="1164"/>
            <ac:grpSpMk id="54" creationId="{C22A9CD0-7A96-7A46-81AE-CD23640858C2}"/>
          </ac:grpSpMkLst>
        </pc:grpChg>
        <pc:grpChg chg="add mod topLvl">
          <ac:chgData name="Samuel Martins" userId="f8f09c98-71f0-450b-b670-36841d96801a" providerId="ADAL" clId="{97CB2284-6D10-5B49-AB99-EC048A932463}" dt="2021-10-14T02:16:24.233" v="1125" actId="12788"/>
          <ac:grpSpMkLst>
            <pc:docMk/>
            <pc:sldMk cId="2866310311" sldId="1164"/>
            <ac:grpSpMk id="64" creationId="{5562EB34-94FE-3545-A2EF-070C2BB18362}"/>
          </ac:grpSpMkLst>
        </pc:grpChg>
        <pc:grpChg chg="add del mod">
          <ac:chgData name="Samuel Martins" userId="f8f09c98-71f0-450b-b670-36841d96801a" providerId="ADAL" clId="{97CB2284-6D10-5B49-AB99-EC048A932463}" dt="2021-10-14T01:19:40.564" v="315" actId="165"/>
          <ac:grpSpMkLst>
            <pc:docMk/>
            <pc:sldMk cId="2866310311" sldId="1164"/>
            <ac:grpSpMk id="143" creationId="{2B09E240-080C-FD43-A0F1-89F9F022B9EA}"/>
          </ac:grpSpMkLst>
        </pc:grpChg>
        <pc:grpChg chg="mod topLvl">
          <ac:chgData name="Samuel Martins" userId="f8f09c98-71f0-450b-b670-36841d96801a" providerId="ADAL" clId="{97CB2284-6D10-5B49-AB99-EC048A932463}" dt="2021-10-14T02:16:21.392" v="1123" actId="12788"/>
          <ac:grpSpMkLst>
            <pc:docMk/>
            <pc:sldMk cId="2866310311" sldId="1164"/>
            <ac:grpSpMk id="152" creationId="{A11883C0-78F6-E248-A12E-FC43B7441DA2}"/>
          </ac:grpSpMkLst>
        </pc:grpChg>
        <pc:grpChg chg="del">
          <ac:chgData name="Samuel Martins" userId="f8f09c98-71f0-450b-b670-36841d96801a" providerId="ADAL" clId="{97CB2284-6D10-5B49-AB99-EC048A932463}" dt="2021-10-14T01:12:49.310" v="101" actId="478"/>
          <ac:grpSpMkLst>
            <pc:docMk/>
            <pc:sldMk cId="2866310311" sldId="1164"/>
            <ac:grpSpMk id="156" creationId="{00000000-0000-0000-0000-000000000000}"/>
          </ac:grpSpMkLst>
        </pc:grpChg>
        <pc:grpChg chg="add mod">
          <ac:chgData name="Samuel Martins" userId="f8f09c98-71f0-450b-b670-36841d96801a" providerId="ADAL" clId="{97CB2284-6D10-5B49-AB99-EC048A932463}" dt="2021-10-14T02:16:24.233" v="1125" actId="12788"/>
          <ac:grpSpMkLst>
            <pc:docMk/>
            <pc:sldMk cId="2866310311" sldId="1164"/>
            <ac:grpSpMk id="161" creationId="{3EE09C2B-2EFF-A34B-A9EA-3A18558E7B0B}"/>
          </ac:grpSpMkLst>
        </pc:grpChg>
        <pc:grpChg chg="mod">
          <ac:chgData name="Samuel Martins" userId="f8f09c98-71f0-450b-b670-36841d96801a" providerId="ADAL" clId="{97CB2284-6D10-5B49-AB99-EC048A932463}" dt="2021-10-14T02:16:24.233" v="1125" actId="12788"/>
          <ac:grpSpMkLst>
            <pc:docMk/>
            <pc:sldMk cId="2866310311" sldId="1164"/>
            <ac:grpSpMk id="162" creationId="{52BC0E8D-7938-5049-9665-97EBAE417870}"/>
          </ac:grpSpMkLst>
        </pc:grpChg>
        <pc:grpChg chg="add mod">
          <ac:chgData name="Samuel Martins" userId="f8f09c98-71f0-450b-b670-36841d96801a" providerId="ADAL" clId="{97CB2284-6D10-5B49-AB99-EC048A932463}" dt="2021-10-14T02:16:32.242" v="1128" actId="12788"/>
          <ac:grpSpMkLst>
            <pc:docMk/>
            <pc:sldMk cId="2866310311" sldId="1164"/>
            <ac:grpSpMk id="169" creationId="{DBC795A0-5A79-134D-9D0A-576356FF06A1}"/>
          </ac:grpSpMkLst>
        </pc:grpChg>
        <pc:grpChg chg="mod">
          <ac:chgData name="Samuel Martins" userId="f8f09c98-71f0-450b-b670-36841d96801a" providerId="ADAL" clId="{97CB2284-6D10-5B49-AB99-EC048A932463}" dt="2021-10-14T02:16:32.242" v="1128" actId="12788"/>
          <ac:grpSpMkLst>
            <pc:docMk/>
            <pc:sldMk cId="2866310311" sldId="1164"/>
            <ac:grpSpMk id="170" creationId="{89E5B1F8-215C-7F4C-9CA9-1887F03A5CC1}"/>
          </ac:grpSpMkLst>
        </pc:grpChg>
        <pc:grpChg chg="mod">
          <ac:chgData name="Samuel Martins" userId="f8f09c98-71f0-450b-b670-36841d96801a" providerId="ADAL" clId="{97CB2284-6D10-5B49-AB99-EC048A932463}" dt="2021-10-14T02:16:32.242" v="1128" actId="12788"/>
          <ac:grpSpMkLst>
            <pc:docMk/>
            <pc:sldMk cId="2866310311" sldId="1164"/>
            <ac:grpSpMk id="173" creationId="{F6DBB50F-AA33-DD4F-A32C-59DE9A876D05}"/>
          </ac:grpSpMkLst>
        </pc:grpChg>
        <pc:grpChg chg="add mod topLvl">
          <ac:chgData name="Samuel Martins" userId="f8f09c98-71f0-450b-b670-36841d96801a" providerId="ADAL" clId="{97CB2284-6D10-5B49-AB99-EC048A932463}" dt="2021-10-14T02:16:32.242" v="1128" actId="12788"/>
          <ac:grpSpMkLst>
            <pc:docMk/>
            <pc:sldMk cId="2866310311" sldId="1164"/>
            <ac:grpSpMk id="206" creationId="{D730E2A1-0C7F-B64F-94E5-56AFFA9DA07E}"/>
          </ac:grpSpMkLst>
        </pc:grpChg>
        <pc:grpChg chg="add del mod">
          <ac:chgData name="Samuel Martins" userId="f8f09c98-71f0-450b-b670-36841d96801a" providerId="ADAL" clId="{97CB2284-6D10-5B49-AB99-EC048A932463}" dt="2021-10-14T01:37:35.315" v="515" actId="165"/>
          <ac:grpSpMkLst>
            <pc:docMk/>
            <pc:sldMk cId="2866310311" sldId="1164"/>
            <ac:grpSpMk id="214" creationId="{EC6BD805-466E-DC4C-8F78-31709917F13A}"/>
          </ac:grpSpMkLst>
        </pc:grpChg>
        <pc:grpChg chg="add del mod topLvl">
          <ac:chgData name="Samuel Martins" userId="f8f09c98-71f0-450b-b670-36841d96801a" providerId="ADAL" clId="{97CB2284-6D10-5B49-AB99-EC048A932463}" dt="2021-10-14T02:19:28.688" v="1234" actId="478"/>
          <ac:grpSpMkLst>
            <pc:docMk/>
            <pc:sldMk cId="2866310311" sldId="1164"/>
            <ac:grpSpMk id="224" creationId="{97E73DB5-3312-2C49-B2B0-BA1E2108CB78}"/>
          </ac:grpSpMkLst>
        </pc:grpChg>
        <pc:grpChg chg="add del mod topLvl">
          <ac:chgData name="Samuel Martins" userId="f8f09c98-71f0-450b-b670-36841d96801a" providerId="ADAL" clId="{97CB2284-6D10-5B49-AB99-EC048A932463}" dt="2021-10-14T02:19:23.593" v="1232" actId="478"/>
          <ac:grpSpMkLst>
            <pc:docMk/>
            <pc:sldMk cId="2866310311" sldId="1164"/>
            <ac:grpSpMk id="225" creationId="{84B93266-2874-4241-912E-295231A50F2A}"/>
          </ac:grpSpMkLst>
        </pc:grpChg>
        <pc:grpChg chg="add del mod topLvl">
          <ac:chgData name="Samuel Martins" userId="f8f09c98-71f0-450b-b670-36841d96801a" providerId="ADAL" clId="{97CB2284-6D10-5B49-AB99-EC048A932463}" dt="2021-10-14T02:19:18.809" v="1230" actId="478"/>
          <ac:grpSpMkLst>
            <pc:docMk/>
            <pc:sldMk cId="2866310311" sldId="1164"/>
            <ac:grpSpMk id="226" creationId="{587F6471-59D4-3C4E-BFD1-E44118329811}"/>
          </ac:grpSpMkLst>
        </pc:grpChg>
        <pc:grpChg chg="add del mod topLvl">
          <ac:chgData name="Samuel Martins" userId="f8f09c98-71f0-450b-b670-36841d96801a" providerId="ADAL" clId="{97CB2284-6D10-5B49-AB99-EC048A932463}" dt="2021-10-14T02:19:12.569" v="1228" actId="478"/>
          <ac:grpSpMkLst>
            <pc:docMk/>
            <pc:sldMk cId="2866310311" sldId="1164"/>
            <ac:grpSpMk id="227" creationId="{09E81A05-FB6E-2442-95CD-42F33DDF70DE}"/>
          </ac:grpSpMkLst>
        </pc:grpChg>
        <pc:grpChg chg="add del mod">
          <ac:chgData name="Samuel Martins" userId="f8f09c98-71f0-450b-b670-36841d96801a" providerId="ADAL" clId="{97CB2284-6D10-5B49-AB99-EC048A932463}" dt="2021-10-14T01:49:31.228" v="722" actId="165"/>
          <ac:grpSpMkLst>
            <pc:docMk/>
            <pc:sldMk cId="2866310311" sldId="1164"/>
            <ac:grpSpMk id="228" creationId="{03339AD7-E9BD-014A-A952-DFA4162F2617}"/>
          </ac:grpSpMkLst>
        </pc:grpChg>
        <pc:grpChg chg="add del mod">
          <ac:chgData name="Samuel Martins" userId="f8f09c98-71f0-450b-b670-36841d96801a" providerId="ADAL" clId="{97CB2284-6D10-5B49-AB99-EC048A932463}" dt="2021-10-14T02:18:55.826" v="1224" actId="478"/>
          <ac:grpSpMkLst>
            <pc:docMk/>
            <pc:sldMk cId="2866310311" sldId="1164"/>
            <ac:grpSpMk id="241" creationId="{8CE87E0C-F7ED-8845-A0F1-E8FDFF6B6C6D}"/>
          </ac:grpSpMkLst>
        </pc:grpChg>
        <pc:picChg chg="add del mod modCrop">
          <ac:chgData name="Samuel Martins" userId="f8f09c98-71f0-450b-b670-36841d96801a" providerId="ADAL" clId="{97CB2284-6D10-5B49-AB99-EC048A932463}" dt="2021-10-14T01:16:06.903" v="245" actId="478"/>
          <ac:picMkLst>
            <pc:docMk/>
            <pc:sldMk cId="2866310311" sldId="1164"/>
            <ac:picMk id="6" creationId="{DC29697F-FCFD-3F45-8A8C-8CE32E5EE7C0}"/>
          </ac:picMkLst>
        </pc:picChg>
        <pc:picChg chg="add del mod modCrop">
          <ac:chgData name="Samuel Martins" userId="f8f09c98-71f0-450b-b670-36841d96801a" providerId="ADAL" clId="{97CB2284-6D10-5B49-AB99-EC048A932463}" dt="2021-10-14T01:37:06.406" v="508" actId="478"/>
          <ac:picMkLst>
            <pc:docMk/>
            <pc:sldMk cId="2866310311" sldId="1164"/>
            <ac:picMk id="126" creationId="{94F9CBC8-E8FA-7748-8CCC-70DA53F96169}"/>
          </ac:picMkLst>
        </pc:picChg>
        <pc:picChg chg="add del mod modCrop">
          <ac:chgData name="Samuel Martins" userId="f8f09c98-71f0-450b-b670-36841d96801a" providerId="ADAL" clId="{97CB2284-6D10-5B49-AB99-EC048A932463}" dt="2021-10-14T01:30:42.971" v="395" actId="478"/>
          <ac:picMkLst>
            <pc:docMk/>
            <pc:sldMk cId="2866310311" sldId="1164"/>
            <ac:picMk id="178" creationId="{3A84E1B5-EE88-5E47-B4F7-25AC8D5B839A}"/>
          </ac:picMkLst>
        </pc:picChg>
        <pc:picChg chg="add del">
          <ac:chgData name="Samuel Martins" userId="f8f09c98-71f0-450b-b670-36841d96801a" providerId="ADAL" clId="{97CB2284-6D10-5B49-AB99-EC048A932463}" dt="2021-10-14T01:30:21.441" v="386"/>
          <ac:picMkLst>
            <pc:docMk/>
            <pc:sldMk cId="2866310311" sldId="1164"/>
            <ac:picMk id="179" creationId="{BA84ACB5-515D-074E-93E6-3C68A5E1CE06}"/>
          </ac:picMkLst>
        </pc:picChg>
        <pc:cxnChg chg="add mod">
          <ac:chgData name="Samuel Martins" userId="f8f09c98-71f0-450b-b670-36841d96801a" providerId="ADAL" clId="{97CB2284-6D10-5B49-AB99-EC048A932463}" dt="2021-10-14T02:19:28.688" v="1234" actId="478"/>
          <ac:cxnSpMkLst>
            <pc:docMk/>
            <pc:sldMk cId="2866310311" sldId="1164"/>
            <ac:cxnSpMk id="20" creationId="{B7EFDD5A-CE45-1644-BABA-CA25ABF2E22E}"/>
          </ac:cxnSpMkLst>
        </pc:cxnChg>
        <pc:cxnChg chg="add mod">
          <ac:chgData name="Samuel Martins" userId="f8f09c98-71f0-450b-b670-36841d96801a" providerId="ADAL" clId="{97CB2284-6D10-5B49-AB99-EC048A932463}" dt="2021-10-14T02:19:23.593" v="1232" actId="478"/>
          <ac:cxnSpMkLst>
            <pc:docMk/>
            <pc:sldMk cId="2866310311" sldId="1164"/>
            <ac:cxnSpMk id="26" creationId="{6359F053-B0D0-F548-965A-611014D320F9}"/>
          </ac:cxnSpMkLst>
        </pc:cxnChg>
        <pc:cxnChg chg="add del mod">
          <ac:chgData name="Samuel Martins" userId="f8f09c98-71f0-450b-b670-36841d96801a" providerId="ADAL" clId="{97CB2284-6D10-5B49-AB99-EC048A932463}" dt="2021-10-14T01:19:01.911" v="302" actId="478"/>
          <ac:cxnSpMkLst>
            <pc:docMk/>
            <pc:sldMk cId="2866310311" sldId="1164"/>
            <ac:cxnSpMk id="32" creationId="{1F13676A-E249-6142-BAB0-652237690BA1}"/>
          </ac:cxnSpMkLst>
        </pc:cxnChg>
        <pc:cxnChg chg="add del mod">
          <ac:chgData name="Samuel Martins" userId="f8f09c98-71f0-450b-b670-36841d96801a" providerId="ADAL" clId="{97CB2284-6D10-5B49-AB99-EC048A932463}" dt="2021-10-14T01:19:00.545" v="301" actId="478"/>
          <ac:cxnSpMkLst>
            <pc:docMk/>
            <pc:sldMk cId="2866310311" sldId="1164"/>
            <ac:cxnSpMk id="51" creationId="{2BD16026-802A-F641-BFBC-7BA5F7132BEE}"/>
          </ac:cxnSpMkLst>
        </pc:cxnChg>
        <pc:cxnChg chg="add mod">
          <ac:chgData name="Samuel Martins" userId="f8f09c98-71f0-450b-b670-36841d96801a" providerId="ADAL" clId="{97CB2284-6D10-5B49-AB99-EC048A932463}" dt="2021-10-14T02:19:18.809" v="1230" actId="478"/>
          <ac:cxnSpMkLst>
            <pc:docMk/>
            <pc:sldMk cId="2866310311" sldId="1164"/>
            <ac:cxnSpMk id="58" creationId="{185B22AE-CB80-1440-9811-DC943350920D}"/>
          </ac:cxnSpMkLst>
        </pc:cxnChg>
        <pc:cxnChg chg="add mod">
          <ac:chgData name="Samuel Martins" userId="f8f09c98-71f0-450b-b670-36841d96801a" providerId="ADAL" clId="{97CB2284-6D10-5B49-AB99-EC048A932463}" dt="2021-10-14T02:19:12.569" v="1228" actId="478"/>
          <ac:cxnSpMkLst>
            <pc:docMk/>
            <pc:sldMk cId="2866310311" sldId="1164"/>
            <ac:cxnSpMk id="82" creationId="{3F80AE70-B2E2-0145-A3FE-B016F96BE30A}"/>
          </ac:cxnSpMkLst>
        </pc:cxnChg>
        <pc:cxnChg chg="del">
          <ac:chgData name="Samuel Martins" userId="f8f09c98-71f0-450b-b670-36841d96801a" providerId="ADAL" clId="{97CB2284-6D10-5B49-AB99-EC048A932463}" dt="2021-10-14T01:19:24.432" v="312" actId="478"/>
          <ac:cxnSpMkLst>
            <pc:docMk/>
            <pc:sldMk cId="2866310311" sldId="1164"/>
            <ac:cxnSpMk id="160" creationId="{1E570337-6278-B44D-A9EC-FC81C0CA4073}"/>
          </ac:cxnSpMkLst>
        </pc:cxnChg>
        <pc:cxnChg chg="del mod">
          <ac:chgData name="Samuel Martins" userId="f8f09c98-71f0-450b-b670-36841d96801a" providerId="ADAL" clId="{97CB2284-6D10-5B49-AB99-EC048A932463}" dt="2021-10-14T01:20:04.646" v="324" actId="478"/>
          <ac:cxnSpMkLst>
            <pc:docMk/>
            <pc:sldMk cId="2866310311" sldId="1164"/>
            <ac:cxnSpMk id="165" creationId="{78E7DE54-12B0-614C-8152-29CDE97E6FA2}"/>
          </ac:cxnSpMkLst>
        </pc:cxnChg>
        <pc:cxnChg chg="add mod">
          <ac:chgData name="Samuel Martins" userId="f8f09c98-71f0-450b-b670-36841d96801a" providerId="ADAL" clId="{97CB2284-6D10-5B49-AB99-EC048A932463}" dt="2021-10-14T02:19:18.809" v="1230" actId="478"/>
          <ac:cxnSpMkLst>
            <pc:docMk/>
            <pc:sldMk cId="2866310311" sldId="1164"/>
            <ac:cxnSpMk id="168" creationId="{83CBA0A5-F428-7343-ACC0-584F9CD789F9}"/>
          </ac:cxnSpMkLst>
        </pc:cxnChg>
        <pc:cxnChg chg="mod">
          <ac:chgData name="Samuel Martins" userId="f8f09c98-71f0-450b-b670-36841d96801a" providerId="ADAL" clId="{97CB2284-6D10-5B49-AB99-EC048A932463}" dt="2021-10-14T02:19:12.569" v="1228" actId="478"/>
          <ac:cxnSpMkLst>
            <pc:docMk/>
            <pc:sldMk cId="2866310311" sldId="1164"/>
            <ac:cxnSpMk id="171" creationId="{4D8E7D5D-C505-5B42-8CF3-180DB7BCACF2}"/>
          </ac:cxnSpMkLst>
        </pc:cxnChg>
        <pc:cxnChg chg="del mod">
          <ac:chgData name="Samuel Martins" userId="f8f09c98-71f0-450b-b670-36841d96801a" providerId="ADAL" clId="{97CB2284-6D10-5B49-AB99-EC048A932463}" dt="2021-10-14T01:30:47.899" v="396" actId="478"/>
          <ac:cxnSpMkLst>
            <pc:docMk/>
            <pc:sldMk cId="2866310311" sldId="1164"/>
            <ac:cxnSpMk id="172" creationId="{A07438C8-CDAB-864D-895A-A9CD802FDDAC}"/>
          </ac:cxnSpMkLst>
        </pc:cxnChg>
        <pc:cxnChg chg="add del mod">
          <ac:chgData name="Samuel Martins" userId="f8f09c98-71f0-450b-b670-36841d96801a" providerId="ADAL" clId="{97CB2284-6D10-5B49-AB99-EC048A932463}" dt="2021-10-14T01:33:11.454" v="446" actId="478"/>
          <ac:cxnSpMkLst>
            <pc:docMk/>
            <pc:sldMk cId="2866310311" sldId="1164"/>
            <ac:cxnSpMk id="180" creationId="{04E0E3CF-926E-D047-94CF-E00533AC9123}"/>
          </ac:cxnSpMkLst>
        </pc:cxnChg>
        <pc:cxnChg chg="add mod">
          <ac:chgData name="Samuel Martins" userId="f8f09c98-71f0-450b-b670-36841d96801a" providerId="ADAL" clId="{97CB2284-6D10-5B49-AB99-EC048A932463}" dt="2021-10-14T02:19:12.569" v="1228" actId="478"/>
          <ac:cxnSpMkLst>
            <pc:docMk/>
            <pc:sldMk cId="2866310311" sldId="1164"/>
            <ac:cxnSpMk id="204" creationId="{19CFE1E0-16CF-2547-A5CB-655DE13C6A17}"/>
          </ac:cxnSpMkLst>
        </pc:cxnChg>
        <pc:cxnChg chg="mod">
          <ac:chgData name="Samuel Martins" userId="f8f09c98-71f0-450b-b670-36841d96801a" providerId="ADAL" clId="{97CB2284-6D10-5B49-AB99-EC048A932463}" dt="2021-10-14T01:12:43.773" v="99" actId="14100"/>
          <ac:cxnSpMkLst>
            <pc:docMk/>
            <pc:sldMk cId="2866310311" sldId="1164"/>
            <ac:cxnSpMk id="211" creationId="{00000000-0000-0000-0000-000000000000}"/>
          </ac:cxnSpMkLst>
        </pc:cxnChg>
        <pc:cxnChg chg="add del mod">
          <ac:chgData name="Samuel Martins" userId="f8f09c98-71f0-450b-b670-36841d96801a" providerId="ADAL" clId="{97CB2284-6D10-5B49-AB99-EC048A932463}" dt="2021-10-14T01:51:50.086" v="785" actId="478"/>
          <ac:cxnSpMkLst>
            <pc:docMk/>
            <pc:sldMk cId="2866310311" sldId="1164"/>
            <ac:cxnSpMk id="233" creationId="{C9D9D9BE-8572-8549-83B3-6FF6CCA822D5}"/>
          </ac:cxnSpMkLst>
        </pc:cxnChg>
      </pc:sldChg>
      <pc:sldChg chg="add">
        <pc:chgData name="Samuel Martins" userId="f8f09c98-71f0-450b-b670-36841d96801a" providerId="ADAL" clId="{97CB2284-6D10-5B49-AB99-EC048A932463}" dt="2021-10-14T01:14:25.118" v="213"/>
        <pc:sldMkLst>
          <pc:docMk/>
          <pc:sldMk cId="2437124116" sldId="1165"/>
        </pc:sldMkLst>
      </pc:sldChg>
      <pc:sldChg chg="addSp delSp modSp add">
        <pc:chgData name="Samuel Martins" userId="f8f09c98-71f0-450b-b670-36841d96801a" providerId="ADAL" clId="{97CB2284-6D10-5B49-AB99-EC048A932463}" dt="2021-10-15T12:53:34.319" v="3330"/>
        <pc:sldMkLst>
          <pc:docMk/>
          <pc:sldMk cId="1793896437" sldId="1166"/>
        </pc:sldMkLst>
        <pc:grpChg chg="add">
          <ac:chgData name="Samuel Martins" userId="f8f09c98-71f0-450b-b670-36841d96801a" providerId="ADAL" clId="{97CB2284-6D10-5B49-AB99-EC048A932463}" dt="2021-10-15T12:49:36.563" v="3318"/>
          <ac:grpSpMkLst>
            <pc:docMk/>
            <pc:sldMk cId="1793896437" sldId="1166"/>
            <ac:grpSpMk id="76" creationId="{CB15B679-067C-854A-9277-251CB6CD52DE}"/>
          </ac:grpSpMkLst>
        </pc:grpChg>
        <pc:grpChg chg="add">
          <ac:chgData name="Samuel Martins" userId="f8f09c98-71f0-450b-b670-36841d96801a" providerId="ADAL" clId="{97CB2284-6D10-5B49-AB99-EC048A932463}" dt="2021-10-15T12:51:08.799" v="3324"/>
          <ac:grpSpMkLst>
            <pc:docMk/>
            <pc:sldMk cId="1793896437" sldId="1166"/>
            <ac:grpSpMk id="88" creationId="{BF4B1949-C6DD-2049-A844-6724C4F29845}"/>
          </ac:grpSpMkLst>
        </pc:grpChg>
        <pc:grpChg chg="del">
          <ac:chgData name="Samuel Martins" userId="f8f09c98-71f0-450b-b670-36841d96801a" providerId="ADAL" clId="{97CB2284-6D10-5B49-AB99-EC048A932463}" dt="2021-10-15T12:49:36.145" v="3317" actId="478"/>
          <ac:grpSpMkLst>
            <pc:docMk/>
            <pc:sldMk cId="1793896437" sldId="1166"/>
            <ac:grpSpMk id="226" creationId="{587F6471-59D4-3C4E-BFD1-E44118329811}"/>
          </ac:grpSpMkLst>
        </pc:grpChg>
        <pc:grpChg chg="del">
          <ac:chgData name="Samuel Martins" userId="f8f09c98-71f0-450b-b670-36841d96801a" providerId="ADAL" clId="{97CB2284-6D10-5B49-AB99-EC048A932463}" dt="2021-10-15T12:51:08.273" v="3323" actId="478"/>
          <ac:grpSpMkLst>
            <pc:docMk/>
            <pc:sldMk cId="1793896437" sldId="1166"/>
            <ac:grpSpMk id="227" creationId="{09E81A05-FB6E-2442-95CD-42F33DDF70DE}"/>
          </ac:grpSpMkLst>
        </pc:grpChg>
        <pc:picChg chg="add del mod">
          <ac:chgData name="Samuel Martins" userId="f8f09c98-71f0-450b-b670-36841d96801a" providerId="ADAL" clId="{97CB2284-6D10-5B49-AB99-EC048A932463}" dt="2021-10-15T12:52:05.832" v="3327" actId="478"/>
          <ac:picMkLst>
            <pc:docMk/>
            <pc:sldMk cId="1793896437" sldId="1166"/>
            <ac:picMk id="2" creationId="{E94A1E82-69C2-1E46-8EFE-4BA3D551E936}"/>
          </ac:picMkLst>
        </pc:picChg>
        <pc:picChg chg="add del mod">
          <ac:chgData name="Samuel Martins" userId="f8f09c98-71f0-450b-b670-36841d96801a" providerId="ADAL" clId="{97CB2284-6D10-5B49-AB99-EC048A932463}" dt="2021-10-15T12:53:34.319" v="3330"/>
          <ac:picMkLst>
            <pc:docMk/>
            <pc:sldMk cId="1793896437" sldId="1166"/>
            <ac:picMk id="5" creationId="{66D68B83-2999-E342-898D-A25299DF1415}"/>
          </ac:picMkLst>
        </pc:picChg>
        <pc:cxnChg chg="mod">
          <ac:chgData name="Samuel Martins" userId="f8f09c98-71f0-450b-b670-36841d96801a" providerId="ADAL" clId="{97CB2284-6D10-5B49-AB99-EC048A932463}" dt="2021-10-15T12:49:36.145" v="3317" actId="478"/>
          <ac:cxnSpMkLst>
            <pc:docMk/>
            <pc:sldMk cId="1793896437" sldId="1166"/>
            <ac:cxnSpMk id="58" creationId="{185B22AE-CB80-1440-9811-DC943350920D}"/>
          </ac:cxnSpMkLst>
        </pc:cxnChg>
        <pc:cxnChg chg="mod">
          <ac:chgData name="Samuel Martins" userId="f8f09c98-71f0-450b-b670-36841d96801a" providerId="ADAL" clId="{97CB2284-6D10-5B49-AB99-EC048A932463}" dt="2021-10-15T12:51:08.273" v="3323" actId="478"/>
          <ac:cxnSpMkLst>
            <pc:docMk/>
            <pc:sldMk cId="1793896437" sldId="1166"/>
            <ac:cxnSpMk id="82" creationId="{3F80AE70-B2E2-0145-A3FE-B016F96BE30A}"/>
          </ac:cxnSpMkLst>
        </pc:cxnChg>
        <pc:cxnChg chg="mod">
          <ac:chgData name="Samuel Martins" userId="f8f09c98-71f0-450b-b670-36841d96801a" providerId="ADAL" clId="{97CB2284-6D10-5B49-AB99-EC048A932463}" dt="2021-10-15T12:49:36.145" v="3317" actId="478"/>
          <ac:cxnSpMkLst>
            <pc:docMk/>
            <pc:sldMk cId="1793896437" sldId="1166"/>
            <ac:cxnSpMk id="168" creationId="{83CBA0A5-F428-7343-ACC0-584F9CD789F9}"/>
          </ac:cxnSpMkLst>
        </pc:cxnChg>
        <pc:cxnChg chg="mod">
          <ac:chgData name="Samuel Martins" userId="f8f09c98-71f0-450b-b670-36841d96801a" providerId="ADAL" clId="{97CB2284-6D10-5B49-AB99-EC048A932463}" dt="2021-10-15T12:51:08.273" v="3323" actId="478"/>
          <ac:cxnSpMkLst>
            <pc:docMk/>
            <pc:sldMk cId="1793896437" sldId="1166"/>
            <ac:cxnSpMk id="171" creationId="{4D8E7D5D-C505-5B42-8CF3-180DB7BCACF2}"/>
          </ac:cxnSpMkLst>
        </pc:cxnChg>
        <pc:cxnChg chg="mod">
          <ac:chgData name="Samuel Martins" userId="f8f09c98-71f0-450b-b670-36841d96801a" providerId="ADAL" clId="{97CB2284-6D10-5B49-AB99-EC048A932463}" dt="2021-10-15T12:51:08.273" v="3323" actId="478"/>
          <ac:cxnSpMkLst>
            <pc:docMk/>
            <pc:sldMk cId="1793896437" sldId="1166"/>
            <ac:cxnSpMk id="204" creationId="{19CFE1E0-16CF-2547-A5CB-655DE13C6A17}"/>
          </ac:cxnSpMkLst>
        </pc:cxnChg>
      </pc:sldChg>
      <pc:sldChg chg="addSp delSp modSp add">
        <pc:chgData name="Samuel Martins" userId="f8f09c98-71f0-450b-b670-36841d96801a" providerId="ADAL" clId="{97CB2284-6D10-5B49-AB99-EC048A932463}" dt="2021-10-15T12:51:01.026" v="3322" actId="20577"/>
        <pc:sldMkLst>
          <pc:docMk/>
          <pc:sldMk cId="3057181688" sldId="1167"/>
        </pc:sldMkLst>
        <pc:spChg chg="del">
          <ac:chgData name="Samuel Martins" userId="f8f09c98-71f0-450b-b670-36841d96801a" providerId="ADAL" clId="{97CB2284-6D10-5B49-AB99-EC048A932463}" dt="2021-10-15T12:50:57.537" v="3321" actId="478"/>
          <ac:spMkLst>
            <pc:docMk/>
            <pc:sldMk cId="3057181688" sldId="1167"/>
            <ac:spMk id="201" creationId="{96466A1C-3F67-B44B-ACF0-D5B1D2F382D4}"/>
          </ac:spMkLst>
        </pc:spChg>
        <pc:spChg chg="del">
          <ac:chgData name="Samuel Martins" userId="f8f09c98-71f0-450b-b670-36841d96801a" providerId="ADAL" clId="{97CB2284-6D10-5B49-AB99-EC048A932463}" dt="2021-10-15T12:50:53.802" v="3320" actId="478"/>
          <ac:spMkLst>
            <pc:docMk/>
            <pc:sldMk cId="3057181688" sldId="1167"/>
            <ac:spMk id="205" creationId="{A4AAC1CD-3398-3D47-9B33-537721649084}"/>
          </ac:spMkLst>
        </pc:spChg>
        <pc:spChg chg="del">
          <ac:chgData name="Samuel Martins" userId="f8f09c98-71f0-450b-b670-36841d96801a" providerId="ADAL" clId="{97CB2284-6D10-5B49-AB99-EC048A932463}" dt="2021-10-15T12:50:53.802" v="3320" actId="478"/>
          <ac:spMkLst>
            <pc:docMk/>
            <pc:sldMk cId="3057181688" sldId="1167"/>
            <ac:spMk id="207" creationId="{49070F06-A88D-C744-A365-D4529378C805}"/>
          </ac:spMkLst>
        </pc:spChg>
        <pc:spChg chg="mod">
          <ac:chgData name="Samuel Martins" userId="f8f09c98-71f0-450b-b670-36841d96801a" providerId="ADAL" clId="{97CB2284-6D10-5B49-AB99-EC048A932463}" dt="2021-10-15T12:51:01.026" v="3322" actId="20577"/>
          <ac:spMkLst>
            <pc:docMk/>
            <pc:sldMk cId="3057181688" sldId="1167"/>
            <ac:spMk id="209" creationId="{DF89B841-2161-594C-93C5-CD981B90789B}"/>
          </ac:spMkLst>
        </pc:spChg>
        <pc:spChg chg="del">
          <ac:chgData name="Samuel Martins" userId="f8f09c98-71f0-450b-b670-36841d96801a" providerId="ADAL" clId="{97CB2284-6D10-5B49-AB99-EC048A932463}" dt="2021-10-15T12:50:53.802" v="3320" actId="478"/>
          <ac:spMkLst>
            <pc:docMk/>
            <pc:sldMk cId="3057181688" sldId="1167"/>
            <ac:spMk id="210" creationId="{B1CA5063-EF35-174C-83A0-7867490A2803}"/>
          </ac:spMkLst>
        </pc:spChg>
        <pc:spChg chg="del">
          <ac:chgData name="Samuel Martins" userId="f8f09c98-71f0-450b-b670-36841d96801a" providerId="ADAL" clId="{97CB2284-6D10-5B49-AB99-EC048A932463}" dt="2021-10-15T12:50:53.802" v="3320" actId="478"/>
          <ac:spMkLst>
            <pc:docMk/>
            <pc:sldMk cId="3057181688" sldId="1167"/>
            <ac:spMk id="212" creationId="{9782EF8C-24A7-3D44-91F8-FF1E3A41BFA3}"/>
          </ac:spMkLst>
        </pc:spChg>
        <pc:spChg chg="del">
          <ac:chgData name="Samuel Martins" userId="f8f09c98-71f0-450b-b670-36841d96801a" providerId="ADAL" clId="{97CB2284-6D10-5B49-AB99-EC048A932463}" dt="2021-10-15T12:50:53.802" v="3320" actId="478"/>
          <ac:spMkLst>
            <pc:docMk/>
            <pc:sldMk cId="3057181688" sldId="1167"/>
            <ac:spMk id="213" creationId="{DE9ABDEB-1917-CF4D-8525-69E6C0203172}"/>
          </ac:spMkLst>
        </pc:spChg>
        <pc:spChg chg="mod topLvl">
          <ac:chgData name="Samuel Martins" userId="f8f09c98-71f0-450b-b670-36841d96801a" providerId="ADAL" clId="{97CB2284-6D10-5B49-AB99-EC048A932463}" dt="2021-10-15T12:49:57.670" v="3319" actId="165"/>
          <ac:spMkLst>
            <pc:docMk/>
            <pc:sldMk cId="3057181688" sldId="1167"/>
            <ac:spMk id="221" creationId="{67DD5DCF-A5AD-754B-921C-BBF68973B35F}"/>
          </ac:spMkLst>
        </pc:spChg>
        <pc:spChg chg="mod topLvl">
          <ac:chgData name="Samuel Martins" userId="f8f09c98-71f0-450b-b670-36841d96801a" providerId="ADAL" clId="{97CB2284-6D10-5B49-AB99-EC048A932463}" dt="2021-10-15T12:49:57.670" v="3319" actId="165"/>
          <ac:spMkLst>
            <pc:docMk/>
            <pc:sldMk cId="3057181688" sldId="1167"/>
            <ac:spMk id="222" creationId="{07A0ABCD-FC0E-B646-954E-C2F8D531909F}"/>
          </ac:spMkLst>
        </pc:spChg>
        <pc:grpChg chg="add">
          <ac:chgData name="Samuel Martins" userId="f8f09c98-71f0-450b-b670-36841d96801a" providerId="ADAL" clId="{97CB2284-6D10-5B49-AB99-EC048A932463}" dt="2021-10-15T12:47:44.498" v="3316"/>
          <ac:grpSpMkLst>
            <pc:docMk/>
            <pc:sldMk cId="3057181688" sldId="1167"/>
            <ac:grpSpMk id="73" creationId="{564DBA40-3504-F64E-97BF-C2F9950C7147}"/>
          </ac:grpSpMkLst>
        </pc:grpChg>
        <pc:grpChg chg="del">
          <ac:chgData name="Samuel Martins" userId="f8f09c98-71f0-450b-b670-36841d96801a" providerId="ADAL" clId="{97CB2284-6D10-5B49-AB99-EC048A932463}" dt="2021-10-15T12:50:53.802" v="3320" actId="478"/>
          <ac:grpSpMkLst>
            <pc:docMk/>
            <pc:sldMk cId="3057181688" sldId="1167"/>
            <ac:grpSpMk id="169" creationId="{DBC795A0-5A79-134D-9D0A-576356FF06A1}"/>
          </ac:grpSpMkLst>
        </pc:grpChg>
        <pc:grpChg chg="mod topLvl">
          <ac:chgData name="Samuel Martins" userId="f8f09c98-71f0-450b-b670-36841d96801a" providerId="ADAL" clId="{97CB2284-6D10-5B49-AB99-EC048A932463}" dt="2021-10-15T12:49:57.670" v="3319" actId="165"/>
          <ac:grpSpMkLst>
            <pc:docMk/>
            <pc:sldMk cId="3057181688" sldId="1167"/>
            <ac:grpSpMk id="206" creationId="{D730E2A1-0C7F-B64F-94E5-56AFFA9DA07E}"/>
          </ac:grpSpMkLst>
        </pc:grpChg>
        <pc:grpChg chg="del">
          <ac:chgData name="Samuel Martins" userId="f8f09c98-71f0-450b-b670-36841d96801a" providerId="ADAL" clId="{97CB2284-6D10-5B49-AB99-EC048A932463}" dt="2021-10-15T12:47:44.081" v="3315" actId="478"/>
          <ac:grpSpMkLst>
            <pc:docMk/>
            <pc:sldMk cId="3057181688" sldId="1167"/>
            <ac:grpSpMk id="226" creationId="{587F6471-59D4-3C4E-BFD1-E44118329811}"/>
          </ac:grpSpMkLst>
        </pc:grpChg>
        <pc:grpChg chg="del">
          <ac:chgData name="Samuel Martins" userId="f8f09c98-71f0-450b-b670-36841d96801a" providerId="ADAL" clId="{97CB2284-6D10-5B49-AB99-EC048A932463}" dt="2021-10-15T12:49:57.670" v="3319" actId="165"/>
          <ac:grpSpMkLst>
            <pc:docMk/>
            <pc:sldMk cId="3057181688" sldId="1167"/>
            <ac:grpSpMk id="227" creationId="{09E81A05-FB6E-2442-95CD-42F33DDF70DE}"/>
          </ac:grpSpMkLst>
        </pc:grpChg>
        <pc:cxnChg chg="mod">
          <ac:chgData name="Samuel Martins" userId="f8f09c98-71f0-450b-b670-36841d96801a" providerId="ADAL" clId="{97CB2284-6D10-5B49-AB99-EC048A932463}" dt="2021-10-15T12:47:44.081" v="3315" actId="478"/>
          <ac:cxnSpMkLst>
            <pc:docMk/>
            <pc:sldMk cId="3057181688" sldId="1167"/>
            <ac:cxnSpMk id="58" creationId="{185B22AE-CB80-1440-9811-DC943350920D}"/>
          </ac:cxnSpMkLst>
        </pc:cxnChg>
        <pc:cxnChg chg="mod">
          <ac:chgData name="Samuel Martins" userId="f8f09c98-71f0-450b-b670-36841d96801a" providerId="ADAL" clId="{97CB2284-6D10-5B49-AB99-EC048A932463}" dt="2021-10-15T12:47:44.081" v="3315" actId="478"/>
          <ac:cxnSpMkLst>
            <pc:docMk/>
            <pc:sldMk cId="3057181688" sldId="1167"/>
            <ac:cxnSpMk id="168" creationId="{83CBA0A5-F428-7343-ACC0-584F9CD789F9}"/>
          </ac:cxnSpMkLst>
        </pc:cxnChg>
        <pc:cxnChg chg="del mod">
          <ac:chgData name="Samuel Martins" userId="f8f09c98-71f0-450b-b670-36841d96801a" providerId="ADAL" clId="{97CB2284-6D10-5B49-AB99-EC048A932463}" dt="2021-10-15T12:50:53.802" v="3320" actId="478"/>
          <ac:cxnSpMkLst>
            <pc:docMk/>
            <pc:sldMk cId="3057181688" sldId="1167"/>
            <ac:cxnSpMk id="171" creationId="{4D8E7D5D-C505-5B42-8CF3-180DB7BCACF2}"/>
          </ac:cxnSpMkLst>
        </pc:cxnChg>
        <pc:cxnChg chg="del mod">
          <ac:chgData name="Samuel Martins" userId="f8f09c98-71f0-450b-b670-36841d96801a" providerId="ADAL" clId="{97CB2284-6D10-5B49-AB99-EC048A932463}" dt="2021-10-15T12:50:53.802" v="3320" actId="478"/>
          <ac:cxnSpMkLst>
            <pc:docMk/>
            <pc:sldMk cId="3057181688" sldId="1167"/>
            <ac:cxnSpMk id="204" creationId="{19CFE1E0-16CF-2547-A5CB-655DE13C6A17}"/>
          </ac:cxnSpMkLst>
        </pc:cxnChg>
      </pc:sldChg>
      <pc:sldChg chg="add del">
        <pc:chgData name="Samuel Martins" userId="f8f09c98-71f0-450b-b670-36841d96801a" providerId="ADAL" clId="{97CB2284-6D10-5B49-AB99-EC048A932463}" dt="2021-10-14T02:19:07.171" v="1226"/>
        <pc:sldMkLst>
          <pc:docMk/>
          <pc:sldMk cId="3431248963" sldId="1167"/>
        </pc:sldMkLst>
      </pc:sldChg>
      <pc:sldChg chg="addSp delSp modSp add">
        <pc:chgData name="Samuel Martins" userId="f8f09c98-71f0-450b-b670-36841d96801a" providerId="ADAL" clId="{97CB2284-6D10-5B49-AB99-EC048A932463}" dt="2021-10-15T12:47:40.620" v="3314" actId="164"/>
        <pc:sldMkLst>
          <pc:docMk/>
          <pc:sldMk cId="3854743588" sldId="1168"/>
        </pc:sldMkLst>
        <pc:spChg chg="mod topLvl">
          <ac:chgData name="Samuel Martins" userId="f8f09c98-71f0-450b-b670-36841d96801a" providerId="ADAL" clId="{97CB2284-6D10-5B49-AB99-EC048A932463}" dt="2021-10-15T12:46:41.916" v="3299" actId="165"/>
          <ac:spMkLst>
            <pc:docMk/>
            <pc:sldMk cId="3854743588" sldId="1168"/>
            <ac:spMk id="215" creationId="{39D17439-AB49-8641-B44A-CFC9B18CB907}"/>
          </ac:spMkLst>
        </pc:spChg>
        <pc:spChg chg="mod topLvl">
          <ac:chgData name="Samuel Martins" userId="f8f09c98-71f0-450b-b670-36841d96801a" providerId="ADAL" clId="{97CB2284-6D10-5B49-AB99-EC048A932463}" dt="2021-10-15T12:46:41.916" v="3299" actId="165"/>
          <ac:spMkLst>
            <pc:docMk/>
            <pc:sldMk cId="3854743588" sldId="1168"/>
            <ac:spMk id="216" creationId="{DD2FAE0A-EE43-5F48-A4CD-D09E4D2444F6}"/>
          </ac:spMkLst>
        </pc:spChg>
        <pc:spChg chg="mod topLvl">
          <ac:chgData name="Samuel Martins" userId="f8f09c98-71f0-450b-b670-36841d96801a" providerId="ADAL" clId="{97CB2284-6D10-5B49-AB99-EC048A932463}" dt="2021-10-15T12:47:40.620" v="3314" actId="164"/>
          <ac:spMkLst>
            <pc:docMk/>
            <pc:sldMk cId="3854743588" sldId="1168"/>
            <ac:spMk id="219" creationId="{3D741998-C734-4042-B64E-2A83C3E2ED4A}"/>
          </ac:spMkLst>
        </pc:spChg>
        <pc:spChg chg="mod topLvl">
          <ac:chgData name="Samuel Martins" userId="f8f09c98-71f0-450b-b670-36841d96801a" providerId="ADAL" clId="{97CB2284-6D10-5B49-AB99-EC048A932463}" dt="2021-10-15T12:47:40.620" v="3314" actId="164"/>
          <ac:spMkLst>
            <pc:docMk/>
            <pc:sldMk cId="3854743588" sldId="1168"/>
            <ac:spMk id="220" creationId="{961238A9-1255-5B48-AFD1-8F826EA04E06}"/>
          </ac:spMkLst>
        </pc:spChg>
        <pc:grpChg chg="add mod">
          <ac:chgData name="Samuel Martins" userId="f8f09c98-71f0-450b-b670-36841d96801a" providerId="ADAL" clId="{97CB2284-6D10-5B49-AB99-EC048A932463}" dt="2021-10-15T12:47:40.620" v="3314" actId="164"/>
          <ac:grpSpMkLst>
            <pc:docMk/>
            <pc:sldMk cId="3854743588" sldId="1168"/>
            <ac:grpSpMk id="9" creationId="{3F9ACD61-6C90-834A-8E34-EC146E01C0B4}"/>
          </ac:grpSpMkLst>
        </pc:grpChg>
        <pc:grpChg chg="mod topLvl">
          <ac:chgData name="Samuel Martins" userId="f8f09c98-71f0-450b-b670-36841d96801a" providerId="ADAL" clId="{97CB2284-6D10-5B49-AB99-EC048A932463}" dt="2021-10-15T12:46:41.916" v="3299" actId="165"/>
          <ac:grpSpMkLst>
            <pc:docMk/>
            <pc:sldMk cId="3854743588" sldId="1168"/>
            <ac:grpSpMk id="24" creationId="{6C8FF57C-D105-4248-A1E1-B0DA80DB5CB5}"/>
          </ac:grpSpMkLst>
        </pc:grpChg>
        <pc:grpChg chg="del mod topLvl">
          <ac:chgData name="Samuel Martins" userId="f8f09c98-71f0-450b-b670-36841d96801a" providerId="ADAL" clId="{97CB2284-6D10-5B49-AB99-EC048A932463}" dt="2021-10-15T12:46:48.611" v="3303" actId="165"/>
          <ac:grpSpMkLst>
            <pc:docMk/>
            <pc:sldMk cId="3854743588" sldId="1168"/>
            <ac:grpSpMk id="64" creationId="{5562EB34-94FE-3545-A2EF-070C2BB18362}"/>
          </ac:grpSpMkLst>
        </pc:grpChg>
        <pc:grpChg chg="mod topLvl">
          <ac:chgData name="Samuel Martins" userId="f8f09c98-71f0-450b-b670-36841d96801a" providerId="ADAL" clId="{97CB2284-6D10-5B49-AB99-EC048A932463}" dt="2021-10-15T12:47:40.620" v="3314" actId="164"/>
          <ac:grpSpMkLst>
            <pc:docMk/>
            <pc:sldMk cId="3854743588" sldId="1168"/>
            <ac:grpSpMk id="161" creationId="{3EE09C2B-2EFF-A34B-A9EA-3A18558E7B0B}"/>
          </ac:grpSpMkLst>
        </pc:grpChg>
        <pc:grpChg chg="add del mod">
          <ac:chgData name="Samuel Martins" userId="f8f09c98-71f0-450b-b670-36841d96801a" providerId="ADAL" clId="{97CB2284-6D10-5B49-AB99-EC048A932463}" dt="2021-10-15T12:46:41.916" v="3299" actId="165"/>
          <ac:grpSpMkLst>
            <pc:docMk/>
            <pc:sldMk cId="3854743588" sldId="1168"/>
            <ac:grpSpMk id="224" creationId="{97E73DB5-3312-2C49-B2B0-BA1E2108CB78}"/>
          </ac:grpSpMkLst>
        </pc:grpChg>
        <pc:grpChg chg="del">
          <ac:chgData name="Samuel Martins" userId="f8f09c98-71f0-450b-b670-36841d96801a" providerId="ADAL" clId="{97CB2284-6D10-5B49-AB99-EC048A932463}" dt="2021-10-15T12:46:45.109" v="3300" actId="165"/>
          <ac:grpSpMkLst>
            <pc:docMk/>
            <pc:sldMk cId="3854743588" sldId="1168"/>
            <ac:grpSpMk id="226" creationId="{587F6471-59D4-3C4E-BFD1-E44118329811}"/>
          </ac:grpSpMkLst>
        </pc:grpChg>
        <pc:cxnChg chg="mod topLvl">
          <ac:chgData name="Samuel Martins" userId="f8f09c98-71f0-450b-b670-36841d96801a" providerId="ADAL" clId="{97CB2284-6D10-5B49-AB99-EC048A932463}" dt="2021-10-15T12:47:40.620" v="3314" actId="164"/>
          <ac:cxnSpMkLst>
            <pc:docMk/>
            <pc:sldMk cId="3854743588" sldId="1168"/>
            <ac:cxnSpMk id="58" creationId="{185B22AE-CB80-1440-9811-DC943350920D}"/>
          </ac:cxnSpMkLst>
        </pc:cxnChg>
        <pc:cxnChg chg="mod topLvl">
          <ac:chgData name="Samuel Martins" userId="f8f09c98-71f0-450b-b670-36841d96801a" providerId="ADAL" clId="{97CB2284-6D10-5B49-AB99-EC048A932463}" dt="2021-10-15T12:47:40.620" v="3314" actId="164"/>
          <ac:cxnSpMkLst>
            <pc:docMk/>
            <pc:sldMk cId="3854743588" sldId="1168"/>
            <ac:cxnSpMk id="168" creationId="{83CBA0A5-F428-7343-ACC0-584F9CD789F9}"/>
          </ac:cxnSpMkLst>
        </pc:cxnChg>
      </pc:sldChg>
      <pc:sldChg chg="add">
        <pc:chgData name="Samuel Martins" userId="f8f09c98-71f0-450b-b670-36841d96801a" providerId="ADAL" clId="{97CB2284-6D10-5B49-AB99-EC048A932463}" dt="2021-10-14T02:19:20.188" v="1231"/>
        <pc:sldMkLst>
          <pc:docMk/>
          <pc:sldMk cId="146861099" sldId="1169"/>
        </pc:sldMkLst>
      </pc:sldChg>
      <pc:sldChg chg="add">
        <pc:chgData name="Samuel Martins" userId="f8f09c98-71f0-450b-b670-36841d96801a" providerId="ADAL" clId="{97CB2284-6D10-5B49-AB99-EC048A932463}" dt="2021-10-14T02:19:25.160" v="1233"/>
        <pc:sldMkLst>
          <pc:docMk/>
          <pc:sldMk cId="2554504216" sldId="1170"/>
        </pc:sldMkLst>
      </pc:sldChg>
      <pc:sldChg chg="addSp delSp modSp add">
        <pc:chgData name="Samuel Martins" userId="f8f09c98-71f0-450b-b670-36841d96801a" providerId="ADAL" clId="{97CB2284-6D10-5B49-AB99-EC048A932463}" dt="2021-10-14T03:14:35.893" v="2856" actId="478"/>
        <pc:sldMkLst>
          <pc:docMk/>
          <pc:sldMk cId="3650621709" sldId="1171"/>
        </pc:sldMkLst>
        <pc:spChg chg="add del mod">
          <ac:chgData name="Samuel Martins" userId="f8f09c98-71f0-450b-b670-36841d96801a" providerId="ADAL" clId="{97CB2284-6D10-5B49-AB99-EC048A932463}" dt="2021-10-14T03:14:34.271" v="2855" actId="478"/>
          <ac:spMkLst>
            <pc:docMk/>
            <pc:sldMk cId="3650621709" sldId="1171"/>
            <ac:spMk id="14" creationId="{4E67F6D3-3221-1F4D-B5B2-9CF677C974C2}"/>
          </ac:spMkLst>
        </pc:spChg>
        <pc:spChg chg="add del mod">
          <ac:chgData name="Samuel Martins" userId="f8f09c98-71f0-450b-b670-36841d96801a" providerId="ADAL" clId="{97CB2284-6D10-5B49-AB99-EC048A932463}" dt="2021-10-14T03:14:35.893" v="2856" actId="478"/>
          <ac:spMkLst>
            <pc:docMk/>
            <pc:sldMk cId="3650621709" sldId="1171"/>
            <ac:spMk id="118" creationId="{FD93F907-4F5E-DA4A-98F9-FB799E18923C}"/>
          </ac:spMkLst>
        </pc:spChg>
        <pc:spChg chg="add del mod">
          <ac:chgData name="Samuel Martins" userId="f8f09c98-71f0-450b-b670-36841d96801a" providerId="ADAL" clId="{97CB2284-6D10-5B49-AB99-EC048A932463}" dt="2021-10-14T03:14:35.893" v="2856" actId="478"/>
          <ac:spMkLst>
            <pc:docMk/>
            <pc:sldMk cId="3650621709" sldId="1171"/>
            <ac:spMk id="119" creationId="{EEEC95FB-1ADA-844D-B89A-A3F2F95393FC}"/>
          </ac:spMkLst>
        </pc:spChg>
        <pc:spChg chg="add del mod">
          <ac:chgData name="Samuel Martins" userId="f8f09c98-71f0-450b-b670-36841d96801a" providerId="ADAL" clId="{97CB2284-6D10-5B49-AB99-EC048A932463}" dt="2021-10-14T02:47:21.690" v="2286" actId="478"/>
          <ac:spMkLst>
            <pc:docMk/>
            <pc:sldMk cId="3650621709" sldId="1171"/>
            <ac:spMk id="120" creationId="{8522F10C-DC16-7045-AD34-B9A83F66708C}"/>
          </ac:spMkLst>
        </pc:spChg>
        <pc:spChg chg="mod">
          <ac:chgData name="Samuel Martins" userId="f8f09c98-71f0-450b-b670-36841d96801a" providerId="ADAL" clId="{97CB2284-6D10-5B49-AB99-EC048A932463}" dt="2021-10-14T02:44:46.520" v="2186" actId="20577"/>
          <ac:spMkLst>
            <pc:docMk/>
            <pc:sldMk cId="3650621709" sldId="1171"/>
            <ac:spMk id="208" creationId="{00000000-0000-0000-0000-000000000000}"/>
          </ac:spMkLst>
        </pc:spChg>
        <pc:grpChg chg="add del">
          <ac:chgData name="Samuel Martins" userId="f8f09c98-71f0-450b-b670-36841d96801a" providerId="ADAL" clId="{97CB2284-6D10-5B49-AB99-EC048A932463}" dt="2021-10-14T03:14:34.271" v="2855" actId="478"/>
          <ac:grpSpMkLst>
            <pc:docMk/>
            <pc:sldMk cId="3650621709" sldId="1171"/>
            <ac:grpSpMk id="17" creationId="{9DAE5C79-1762-B843-A7DE-C450F2730545}"/>
          </ac:grpSpMkLst>
        </pc:grpChg>
        <pc:cxnChg chg="mod">
          <ac:chgData name="Samuel Martins" userId="f8f09c98-71f0-450b-b670-36841d96801a" providerId="ADAL" clId="{97CB2284-6D10-5B49-AB99-EC048A932463}" dt="2021-10-14T02:30:17.905" v="1674" actId="1038"/>
          <ac:cxnSpMkLst>
            <pc:docMk/>
            <pc:sldMk cId="3650621709" sldId="1171"/>
            <ac:cxnSpMk id="211" creationId="{00000000-0000-0000-0000-000000000000}"/>
          </ac:cxnSpMkLst>
        </pc:cxnChg>
      </pc:sldChg>
      <pc:sldChg chg="addSp delSp modSp add">
        <pc:chgData name="Samuel Martins" userId="f8f09c98-71f0-450b-b670-36841d96801a" providerId="ADAL" clId="{97CB2284-6D10-5B49-AB99-EC048A932463}" dt="2021-10-14T02:43:13.832" v="2163" actId="207"/>
        <pc:sldMkLst>
          <pc:docMk/>
          <pc:sldMk cId="268611076" sldId="1172"/>
        </pc:sldMkLst>
        <pc:spChg chg="mod">
          <ac:chgData name="Samuel Martins" userId="f8f09c98-71f0-450b-b670-36841d96801a" providerId="ADAL" clId="{97CB2284-6D10-5B49-AB99-EC048A932463}" dt="2021-10-14T02:40:04.072" v="2093" actId="20577"/>
          <ac:spMkLst>
            <pc:docMk/>
            <pc:sldMk cId="268611076" sldId="1172"/>
            <ac:spMk id="14" creationId="{4E67F6D3-3221-1F4D-B5B2-9CF677C974C2}"/>
          </ac:spMkLst>
        </pc:spChg>
        <pc:spChg chg="add mod">
          <ac:chgData name="Samuel Martins" userId="f8f09c98-71f0-450b-b670-36841d96801a" providerId="ADAL" clId="{97CB2284-6D10-5B49-AB99-EC048A932463}" dt="2021-10-14T02:43:13.832" v="2163" actId="207"/>
          <ac:spMkLst>
            <pc:docMk/>
            <pc:sldMk cId="268611076" sldId="1172"/>
            <ac:spMk id="17" creationId="{86EC4C3A-08D5-874A-B1F7-339FE4A5B454}"/>
          </ac:spMkLst>
        </pc:spChg>
        <pc:spChg chg="add del mod">
          <ac:chgData name="Samuel Martins" userId="f8f09c98-71f0-450b-b670-36841d96801a" providerId="ADAL" clId="{97CB2284-6D10-5B49-AB99-EC048A932463}" dt="2021-10-14T02:39:37.771" v="2070" actId="478"/>
          <ac:spMkLst>
            <pc:docMk/>
            <pc:sldMk cId="268611076" sldId="1172"/>
            <ac:spMk id="18" creationId="{07936764-FC20-E14B-B894-8FD093ADC7DC}"/>
          </ac:spMkLst>
        </pc:spChg>
        <pc:spChg chg="mod">
          <ac:chgData name="Samuel Martins" userId="f8f09c98-71f0-450b-b670-36841d96801a" providerId="ADAL" clId="{97CB2284-6D10-5B49-AB99-EC048A932463}" dt="2021-10-14T02:33:03.818" v="1856" actId="20577"/>
          <ac:spMkLst>
            <pc:docMk/>
            <pc:sldMk cId="268611076" sldId="1172"/>
            <ac:spMk id="208" creationId="{00000000-0000-0000-0000-000000000000}"/>
          </ac:spMkLst>
        </pc:spChg>
        <pc:cxnChg chg="mod">
          <ac:chgData name="Samuel Martins" userId="f8f09c98-71f0-450b-b670-36841d96801a" providerId="ADAL" clId="{97CB2284-6D10-5B49-AB99-EC048A932463}" dt="2021-10-14T02:33:11.499" v="1875" actId="1037"/>
          <ac:cxnSpMkLst>
            <pc:docMk/>
            <pc:sldMk cId="268611076" sldId="1172"/>
            <ac:cxnSpMk id="211" creationId="{00000000-0000-0000-0000-000000000000}"/>
          </ac:cxnSpMkLst>
        </pc:cxnChg>
      </pc:sldChg>
      <pc:sldChg chg="add del">
        <pc:chgData name="Samuel Martins" userId="f8f09c98-71f0-450b-b670-36841d96801a" providerId="ADAL" clId="{97CB2284-6D10-5B49-AB99-EC048A932463}" dt="2021-10-14T02:46:39.034" v="2256"/>
        <pc:sldMkLst>
          <pc:docMk/>
          <pc:sldMk cId="2954553441" sldId="1173"/>
        </pc:sldMkLst>
      </pc:sldChg>
      <pc:sldChg chg="delSp modSp add">
        <pc:chgData name="Samuel Martins" userId="f8f09c98-71f0-450b-b670-36841d96801a" providerId="ADAL" clId="{97CB2284-6D10-5B49-AB99-EC048A932463}" dt="2021-10-15T12:56:29.746" v="3384" actId="20577"/>
        <pc:sldMkLst>
          <pc:docMk/>
          <pc:sldMk cId="3845112425" sldId="1173"/>
        </pc:sldMkLst>
        <pc:spChg chg="mod">
          <ac:chgData name="Samuel Martins" userId="f8f09c98-71f0-450b-b670-36841d96801a" providerId="ADAL" clId="{97CB2284-6D10-5B49-AB99-EC048A932463}" dt="2021-10-15T12:56:29.746" v="3384" actId="20577"/>
          <ac:spMkLst>
            <pc:docMk/>
            <pc:sldMk cId="3845112425" sldId="1173"/>
            <ac:spMk id="14" creationId="{4E67F6D3-3221-1F4D-B5B2-9CF677C974C2}"/>
          </ac:spMkLst>
        </pc:spChg>
        <pc:spChg chg="mod">
          <ac:chgData name="Samuel Martins" userId="f8f09c98-71f0-450b-b670-36841d96801a" providerId="ADAL" clId="{97CB2284-6D10-5B49-AB99-EC048A932463}" dt="2021-10-14T02:47:51.664" v="2341" actId="1076"/>
          <ac:spMkLst>
            <pc:docMk/>
            <pc:sldMk cId="3845112425" sldId="1173"/>
            <ac:spMk id="118" creationId="{FD93F907-4F5E-DA4A-98F9-FB799E18923C}"/>
          </ac:spMkLst>
        </pc:spChg>
        <pc:spChg chg="mod">
          <ac:chgData name="Samuel Martins" userId="f8f09c98-71f0-450b-b670-36841d96801a" providerId="ADAL" clId="{97CB2284-6D10-5B49-AB99-EC048A932463}" dt="2021-10-14T02:48:38.512" v="2363" actId="14100"/>
          <ac:spMkLst>
            <pc:docMk/>
            <pc:sldMk cId="3845112425" sldId="1173"/>
            <ac:spMk id="119" creationId="{EEEC95FB-1ADA-844D-B89A-A3F2F95393FC}"/>
          </ac:spMkLst>
        </pc:spChg>
        <pc:spChg chg="del">
          <ac:chgData name="Samuel Martins" userId="f8f09c98-71f0-450b-b670-36841d96801a" providerId="ADAL" clId="{97CB2284-6D10-5B49-AB99-EC048A932463}" dt="2021-10-14T02:50:51.443" v="2496" actId="478"/>
          <ac:spMkLst>
            <pc:docMk/>
            <pc:sldMk cId="3845112425" sldId="1173"/>
            <ac:spMk id="120" creationId="{8522F10C-DC16-7045-AD34-B9A83F66708C}"/>
          </ac:spMkLst>
        </pc:spChg>
      </pc:sldChg>
      <pc:sldChg chg="delSp modSp add">
        <pc:chgData name="Samuel Martins" userId="f8f09c98-71f0-450b-b670-36841d96801a" providerId="ADAL" clId="{97CB2284-6D10-5B49-AB99-EC048A932463}" dt="2021-10-15T12:56:37.594" v="3387" actId="20577"/>
        <pc:sldMkLst>
          <pc:docMk/>
          <pc:sldMk cId="516087183" sldId="1174"/>
        </pc:sldMkLst>
        <pc:spChg chg="mod">
          <ac:chgData name="Samuel Martins" userId="f8f09c98-71f0-450b-b670-36841d96801a" providerId="ADAL" clId="{97CB2284-6D10-5B49-AB99-EC048A932463}" dt="2021-10-15T12:56:37.594" v="3387" actId="20577"/>
          <ac:spMkLst>
            <pc:docMk/>
            <pc:sldMk cId="516087183" sldId="1174"/>
            <ac:spMk id="14" creationId="{4E67F6D3-3221-1F4D-B5B2-9CF677C974C2}"/>
          </ac:spMkLst>
        </pc:spChg>
        <pc:spChg chg="mod">
          <ac:chgData name="Samuel Martins" userId="f8f09c98-71f0-450b-b670-36841d96801a" providerId="ADAL" clId="{97CB2284-6D10-5B49-AB99-EC048A932463}" dt="2021-10-14T02:50:38.602" v="2494" actId="14100"/>
          <ac:spMkLst>
            <pc:docMk/>
            <pc:sldMk cId="516087183" sldId="1174"/>
            <ac:spMk id="119" creationId="{EEEC95FB-1ADA-844D-B89A-A3F2F95393FC}"/>
          </ac:spMkLst>
        </pc:spChg>
        <pc:spChg chg="del">
          <ac:chgData name="Samuel Martins" userId="f8f09c98-71f0-450b-b670-36841d96801a" providerId="ADAL" clId="{97CB2284-6D10-5B49-AB99-EC048A932463}" dt="2021-10-14T02:50:43.499" v="2495" actId="478"/>
          <ac:spMkLst>
            <pc:docMk/>
            <pc:sldMk cId="516087183" sldId="1174"/>
            <ac:spMk id="120" creationId="{8522F10C-DC16-7045-AD34-B9A83F66708C}"/>
          </ac:spMkLst>
        </pc:spChg>
      </pc:sldChg>
      <pc:sldChg chg="delSp add ord">
        <pc:chgData name="Samuel Martins" userId="f8f09c98-71f0-450b-b670-36841d96801a" providerId="ADAL" clId="{97CB2284-6D10-5B49-AB99-EC048A932463}" dt="2021-10-14T03:15:35.482" v="2897"/>
        <pc:sldMkLst>
          <pc:docMk/>
          <pc:sldMk cId="1348297327" sldId="1175"/>
        </pc:sldMkLst>
        <pc:spChg chg="del">
          <ac:chgData name="Samuel Martins" userId="f8f09c98-71f0-450b-b670-36841d96801a" providerId="ADAL" clId="{97CB2284-6D10-5B49-AB99-EC048A932463}" dt="2021-10-14T02:51:36.161" v="2511" actId="478"/>
          <ac:spMkLst>
            <pc:docMk/>
            <pc:sldMk cId="1348297327" sldId="1175"/>
            <ac:spMk id="17" creationId="{86EC4C3A-08D5-874A-B1F7-339FE4A5B454}"/>
          </ac:spMkLst>
        </pc:spChg>
      </pc:sldChg>
      <pc:sldChg chg="addSp delSp modSp add">
        <pc:chgData name="Samuel Martins" userId="f8f09c98-71f0-450b-b670-36841d96801a" providerId="ADAL" clId="{97CB2284-6D10-5B49-AB99-EC048A932463}" dt="2021-10-15T12:56:47.298" v="3390" actId="20577"/>
        <pc:sldMkLst>
          <pc:docMk/>
          <pc:sldMk cId="2132551261" sldId="1176"/>
        </pc:sldMkLst>
        <pc:spChg chg="add mod">
          <ac:chgData name="Samuel Martins" userId="f8f09c98-71f0-450b-b670-36841d96801a" providerId="ADAL" clId="{97CB2284-6D10-5B49-AB99-EC048A932463}" dt="2021-10-14T03:12:52.199" v="2788" actId="1076"/>
          <ac:spMkLst>
            <pc:docMk/>
            <pc:sldMk cId="2132551261" sldId="1176"/>
            <ac:spMk id="5" creationId="{D3AF407D-8763-E141-BD17-F0CE44B79877}"/>
          </ac:spMkLst>
        </pc:spChg>
        <pc:spChg chg="mod">
          <ac:chgData name="Samuel Martins" userId="f8f09c98-71f0-450b-b670-36841d96801a" providerId="ADAL" clId="{97CB2284-6D10-5B49-AB99-EC048A932463}" dt="2021-10-15T12:56:47.298" v="3390" actId="20577"/>
          <ac:spMkLst>
            <pc:docMk/>
            <pc:sldMk cId="2132551261" sldId="1176"/>
            <ac:spMk id="14" creationId="{4E67F6D3-3221-1F4D-B5B2-9CF677C974C2}"/>
          </ac:spMkLst>
        </pc:spChg>
        <pc:spChg chg="mod topLvl">
          <ac:chgData name="Samuel Martins" userId="f8f09c98-71f0-450b-b670-36841d96801a" providerId="ADAL" clId="{97CB2284-6D10-5B49-AB99-EC048A932463}" dt="2021-10-14T03:14:52.919" v="2873" actId="1037"/>
          <ac:spMkLst>
            <pc:docMk/>
            <pc:sldMk cId="2132551261" sldId="1176"/>
            <ac:spMk id="18" creationId="{D123B900-6E88-C543-992A-E83A281E4D95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19" creationId="{24F9CA5E-B16A-0145-AC27-43F13E8E8BF3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0" creationId="{131CDBD5-AD3A-454F-ABC5-949263BE14EA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1" creationId="{32EA034D-E44E-7746-B5A5-D163DF3E2109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2" creationId="{9BB3E928-B249-A547-B57E-7B5B71E527F3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3" creationId="{7E53968D-7816-8947-B31E-1EC05DC8E2A5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4" creationId="{51FE6E86-47FD-1F47-9B7E-F97186238B9F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5" creationId="{3DB21792-FC78-0D46-81A5-B5DF6617990F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6" creationId="{A5F9EA45-EDEC-AE43-A790-25CDFDD1E482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7" creationId="{97C7304A-280D-C84B-95C2-C09C79576B58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8" creationId="{1E4A3350-4CEF-9B49-AA76-5441B35BA7CD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29" creationId="{77DDB241-1A26-CB42-B2E1-99A60264202A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0" creationId="{D4C7ACCE-8352-4C4E-98CF-482ADEB0579A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1" creationId="{463441BB-880E-9342-9BCE-3FBE18BFA2CF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2" creationId="{0A7FF439-0915-8A4A-9755-87BCBCA31005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3" creationId="{B67EB71A-ABCD-B24F-B20E-569E886BF1E5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4" creationId="{FDEE1394-DF49-DB49-9B24-152F71E99002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5" creationId="{E9B96123-564A-244C-B4C5-D48C686F8B8D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6" creationId="{F079BE49-DCD8-0A40-829E-2B63AB60D672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7" creationId="{5C704D22-4C64-F445-B603-C623A332ABA0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8" creationId="{1948765B-BC6C-7643-A52D-B37768182D96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39" creationId="{822DAEA0-8A2C-C645-BBC4-EBEF4043506A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40" creationId="{A4C024EC-62D6-6D49-B6AD-E83110872F1E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41" creationId="{BD7BDBF3-ADF0-324B-8773-AC6C25657766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42" creationId="{7D09F741-963D-1B4A-A4EC-AFFA9C097615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43" creationId="{E60CABF0-4D42-C345-A0B9-4747EFFE4D06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44" creationId="{BD37F929-2EFE-3042-8DF7-2894A1CCE362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45" creationId="{231D690E-754E-4E43-964D-FE72ECBCECE0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46" creationId="{F0270455-0FC2-8941-9FB2-6E39778E90DF}"/>
          </ac:spMkLst>
        </pc:spChg>
        <pc:spChg chg="mod topLvl">
          <ac:chgData name="Samuel Martins" userId="f8f09c98-71f0-450b-b670-36841d96801a" providerId="ADAL" clId="{97CB2284-6D10-5B49-AB99-EC048A932463}" dt="2021-10-14T03:15:04.600" v="2878" actId="12788"/>
          <ac:spMkLst>
            <pc:docMk/>
            <pc:sldMk cId="2132551261" sldId="1176"/>
            <ac:spMk id="47" creationId="{A75DBB37-368D-3F43-8D8C-A029829A6F87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0" creationId="{19DB4308-6C82-B74F-8542-6CC5DFA78C4B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1" creationId="{7C06445D-4102-0743-B537-101D31D8F59C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2" creationId="{5218C819-BE55-DD4C-9D4E-57C1D57014D7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3" creationId="{BCD52C7E-67A4-E245-826B-178DB2E835E9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4" creationId="{BE77E1DE-5F1E-714A-A235-70549320571E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5" creationId="{DB363869-6E3F-864A-80E5-F74DF5CD5FED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6" creationId="{67BE5606-1FA2-5D47-9D21-931CEC25ACC7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7" creationId="{F310E27D-1D00-C04D-AC8C-4919FE3D4834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8" creationId="{EA2B9691-8A00-324C-812A-F29D0EC75A04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59" creationId="{47D4D3A0-589E-CA4F-BAD4-C94E485E5BE2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60" creationId="{1812E91D-88AD-7D4B-AF23-F44F7492689E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61" creationId="{58573206-6500-4340-842D-B12C1BB75A72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62" creationId="{5758DD6D-FEA5-1A40-BC82-76B00AC6F6D1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63" creationId="{736A2FDC-93DF-A74A-A0AD-6FE2992B5EA8}"/>
          </ac:spMkLst>
        </pc:spChg>
        <pc:spChg chg="del mod topLvl">
          <ac:chgData name="Samuel Martins" userId="f8f09c98-71f0-450b-b670-36841d96801a" providerId="ADAL" clId="{97CB2284-6D10-5B49-AB99-EC048A932463}" dt="2021-10-14T03:09:20.417" v="2702" actId="478"/>
          <ac:spMkLst>
            <pc:docMk/>
            <pc:sldMk cId="2132551261" sldId="1176"/>
            <ac:spMk id="64" creationId="{AF80908D-F6E4-FC44-8E61-85BE45D63461}"/>
          </ac:spMkLst>
        </pc:spChg>
        <pc:spChg chg="del mod topLvl">
          <ac:chgData name="Samuel Martins" userId="f8f09c98-71f0-450b-b670-36841d96801a" providerId="ADAL" clId="{97CB2284-6D10-5B49-AB99-EC048A932463}" dt="2021-10-14T03:09:45.333" v="2711" actId="478"/>
          <ac:spMkLst>
            <pc:docMk/>
            <pc:sldMk cId="2132551261" sldId="1176"/>
            <ac:spMk id="65" creationId="{0F2A94A3-A38B-6E4E-8C03-7CB4FFC9A3DC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67" creationId="{CEE446EB-6EE2-5A4E-9093-9594CF201987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68" creationId="{F2ED53C7-D9DE-8E4E-91DC-2CBB30FCADEF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69" creationId="{44B69D7E-5EF4-C64C-884F-6B3E13F10DF3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70" creationId="{0CB61346-4340-5545-AB61-2E988EE95646}"/>
          </ac:spMkLst>
        </pc:spChg>
        <pc:spChg chg="del mod topLv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71" creationId="{4EFAC01D-CE73-B946-B6AB-8249032762AC}"/>
          </ac:spMkLst>
        </pc:spChg>
        <pc:spChg chg="mod topLvl">
          <ac:chgData name="Samuel Martins" userId="f8f09c98-71f0-450b-b670-36841d96801a" providerId="ADAL" clId="{97CB2284-6D10-5B49-AB99-EC048A932463}" dt="2021-10-14T03:09:02.542" v="2699" actId="165"/>
          <ac:spMkLst>
            <pc:docMk/>
            <pc:sldMk cId="2132551261" sldId="1176"/>
            <ac:spMk id="73" creationId="{10DE2FED-D930-7546-B261-FED3258D0D11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74" creationId="{F9527456-77E7-C64C-8F07-5A02C4F20FB6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75" creationId="{308A8EA6-AE12-9B45-AE28-E4D6EDACF1EA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76" creationId="{3526325F-675C-4E41-8B3B-69D0726BBFE7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77" creationId="{644BA7B6-3852-4340-B4B0-9A6D51C23C0B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78" creationId="{FD6D29C4-1ACD-8C48-8423-5CE9A202FF0D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79" creationId="{C931A5BB-334C-6C4C-B54A-4A9BA2F40733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80" creationId="{C1338D7B-64A0-3845-AECD-E03F47A81B03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81" creationId="{6442242C-943F-5B4B-9C6E-EDB1376140C6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82" creationId="{267A67BE-D4DE-CA47-B891-D67AE6F09FD3}"/>
          </ac:spMkLst>
        </pc:spChg>
        <pc:spChg chg="add del mod topLvl">
          <ac:chgData name="Samuel Martins" userId="f8f09c98-71f0-450b-b670-36841d96801a" providerId="ADAL" clId="{97CB2284-6D10-5B49-AB99-EC048A932463}" dt="2021-10-14T03:10:56.236" v="2768" actId="478"/>
          <ac:spMkLst>
            <pc:docMk/>
            <pc:sldMk cId="2132551261" sldId="1176"/>
            <ac:spMk id="83" creationId="{EBEB1BDB-43A2-104D-9EB3-D2063D1B2CE3}"/>
          </ac:spMkLst>
        </pc:spChg>
        <pc:spChg chg="mod topLvl">
          <ac:chgData name="Samuel Martins" userId="f8f09c98-71f0-450b-b670-36841d96801a" providerId="ADAL" clId="{97CB2284-6D10-5B49-AB99-EC048A932463}" dt="2021-10-14T03:09:02.542" v="2699" actId="165"/>
          <ac:spMkLst>
            <pc:docMk/>
            <pc:sldMk cId="2132551261" sldId="1176"/>
            <ac:spMk id="96" creationId="{C18F3BEB-66E6-9A48-9522-373C84FF5FCE}"/>
          </ac:spMkLst>
        </pc:spChg>
        <pc:spChg chg="del mod topLvl">
          <ac:chgData name="Samuel Martins" userId="f8f09c98-71f0-450b-b670-36841d96801a" providerId="ADAL" clId="{97CB2284-6D10-5B49-AB99-EC048A932463}" dt="2021-10-14T03:09:28.937" v="2703" actId="478"/>
          <ac:spMkLst>
            <pc:docMk/>
            <pc:sldMk cId="2132551261" sldId="1176"/>
            <ac:spMk id="97" creationId="{0A03DFAA-1CFC-7E46-9157-2420EB28EB63}"/>
          </ac:spMkLst>
        </pc:spChg>
        <pc:spChg chg="mod topLvl">
          <ac:chgData name="Samuel Martins" userId="f8f09c98-71f0-450b-b670-36841d96801a" providerId="ADAL" clId="{97CB2284-6D10-5B49-AB99-EC048A932463}" dt="2021-10-14T03:09:58.856" v="2723" actId="20577"/>
          <ac:spMkLst>
            <pc:docMk/>
            <pc:sldMk cId="2132551261" sldId="1176"/>
            <ac:spMk id="98" creationId="{C4093DFE-FB6F-DF4D-BBDE-4A795C90564C}"/>
          </ac:spMkLst>
        </pc:spChg>
        <pc:spChg chg="del mod topLvl">
          <ac:chgData name="Samuel Martins" userId="f8f09c98-71f0-450b-b670-36841d96801a" providerId="ADAL" clId="{97CB2284-6D10-5B49-AB99-EC048A932463}" dt="2021-10-14T03:09:37.288" v="2707" actId="478"/>
          <ac:spMkLst>
            <pc:docMk/>
            <pc:sldMk cId="2132551261" sldId="1176"/>
            <ac:spMk id="99" creationId="{4D362C88-1F53-834A-958A-77942B7202B3}"/>
          </ac:spMkLst>
        </pc:spChg>
        <pc:spChg chg="mod topLvl">
          <ac:chgData name="Samuel Martins" userId="f8f09c98-71f0-450b-b670-36841d96801a" providerId="ADAL" clId="{97CB2284-6D10-5B49-AB99-EC048A932463}" dt="2021-10-14T03:10:04.925" v="2732" actId="20577"/>
          <ac:spMkLst>
            <pc:docMk/>
            <pc:sldMk cId="2132551261" sldId="1176"/>
            <ac:spMk id="100" creationId="{E868DE26-71A6-2649-A9D4-5A90D4392DB0}"/>
          </ac:spMkLst>
        </pc:spChg>
        <pc:spChg chg="del mod topLvl">
          <ac:chgData name="Samuel Martins" userId="f8f09c98-71f0-450b-b670-36841d96801a" providerId="ADAL" clId="{97CB2284-6D10-5B49-AB99-EC048A932463}" dt="2021-10-14T03:09:41.474" v="2709" actId="478"/>
          <ac:spMkLst>
            <pc:docMk/>
            <pc:sldMk cId="2132551261" sldId="1176"/>
            <ac:spMk id="101" creationId="{2FE35BA4-4335-AE48-9EB7-C00C32AA2003}"/>
          </ac:spMkLst>
        </pc:spChg>
        <pc:spChg chg="mod topLvl">
          <ac:chgData name="Samuel Martins" userId="f8f09c98-71f0-450b-b670-36841d96801a" providerId="ADAL" clId="{97CB2284-6D10-5B49-AB99-EC048A932463}" dt="2021-10-14T03:10:11.335" v="2741" actId="20577"/>
          <ac:spMkLst>
            <pc:docMk/>
            <pc:sldMk cId="2132551261" sldId="1176"/>
            <ac:spMk id="102" creationId="{14F5635B-594B-454F-9235-F498B1BAD845}"/>
          </ac:spMkLst>
        </pc:spChg>
        <pc:spChg chg="del mod topLvl">
          <ac:chgData name="Samuel Martins" userId="f8f09c98-71f0-450b-b670-36841d96801a" providerId="ADAL" clId="{97CB2284-6D10-5B49-AB99-EC048A932463}" dt="2021-10-14T03:09:43.910" v="2710" actId="478"/>
          <ac:spMkLst>
            <pc:docMk/>
            <pc:sldMk cId="2132551261" sldId="1176"/>
            <ac:spMk id="103" creationId="{34472F97-16D9-6F4D-9BD3-A3153454F43B}"/>
          </ac:spMkLst>
        </pc:spChg>
        <pc:spChg chg="mod topLvl">
          <ac:chgData name="Samuel Martins" userId="f8f09c98-71f0-450b-b670-36841d96801a" providerId="ADAL" clId="{97CB2284-6D10-5B49-AB99-EC048A932463}" dt="2021-10-14T03:10:18.618" v="2749" actId="20577"/>
          <ac:spMkLst>
            <pc:docMk/>
            <pc:sldMk cId="2132551261" sldId="1176"/>
            <ac:spMk id="104" creationId="{E3966D0D-D1F8-BE4A-8C1C-82A2DEBB7622}"/>
          </ac:spMkLst>
        </pc:spChg>
        <pc:spChg chg="del mod topLvl">
          <ac:chgData name="Samuel Martins" userId="f8f09c98-71f0-450b-b670-36841d96801a" providerId="ADAL" clId="{97CB2284-6D10-5B49-AB99-EC048A932463}" dt="2021-10-14T03:09:47.512" v="2712" actId="478"/>
          <ac:spMkLst>
            <pc:docMk/>
            <pc:sldMk cId="2132551261" sldId="1176"/>
            <ac:spMk id="105" creationId="{2D3354C4-2794-5149-9A37-94BEAAD7CF1B}"/>
          </ac:spMkLst>
        </pc:spChg>
        <pc:spChg chg="mod topLvl">
          <ac:chgData name="Samuel Martins" userId="f8f09c98-71f0-450b-b670-36841d96801a" providerId="ADAL" clId="{97CB2284-6D10-5B49-AB99-EC048A932463}" dt="2021-10-14T03:10:22.342" v="2751" actId="20577"/>
          <ac:spMkLst>
            <pc:docMk/>
            <pc:sldMk cId="2132551261" sldId="1176"/>
            <ac:spMk id="106" creationId="{10891982-2C24-D44A-9DAF-EF543B56DC33}"/>
          </ac:spMkLst>
        </pc:spChg>
        <pc:spChg chg="de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118" creationId="{FD93F907-4F5E-DA4A-98F9-FB799E18923C}"/>
          </ac:spMkLst>
        </pc:spChg>
        <pc:spChg chg="del">
          <ac:chgData name="Samuel Martins" userId="f8f09c98-71f0-450b-b670-36841d96801a" providerId="ADAL" clId="{97CB2284-6D10-5B49-AB99-EC048A932463}" dt="2021-10-14T03:09:10.848" v="2701" actId="478"/>
          <ac:spMkLst>
            <pc:docMk/>
            <pc:sldMk cId="2132551261" sldId="1176"/>
            <ac:spMk id="119" creationId="{EEEC95FB-1ADA-844D-B89A-A3F2F95393FC}"/>
          </ac:spMkLst>
        </pc:spChg>
        <pc:spChg chg="add mod">
          <ac:chgData name="Samuel Martins" userId="f8f09c98-71f0-450b-b670-36841d96801a" providerId="ADAL" clId="{97CB2284-6D10-5B49-AB99-EC048A932463}" dt="2021-10-14T03:14:15.010" v="2853" actId="1076"/>
          <ac:spMkLst>
            <pc:docMk/>
            <pc:sldMk cId="2132551261" sldId="1176"/>
            <ac:spMk id="120" creationId="{48B4516C-082C-3D4F-95EB-4EB92B728812}"/>
          </ac:spMkLst>
        </pc:spChg>
        <pc:spChg chg="add mod">
          <ac:chgData name="Samuel Martins" userId="f8f09c98-71f0-450b-b670-36841d96801a" providerId="ADAL" clId="{97CB2284-6D10-5B49-AB99-EC048A932463}" dt="2021-10-14T03:13:35.659" v="2837" actId="113"/>
          <ac:spMkLst>
            <pc:docMk/>
            <pc:sldMk cId="2132551261" sldId="1176"/>
            <ac:spMk id="122" creationId="{62D1E32B-C52E-B943-893E-081BB7671906}"/>
          </ac:spMkLst>
        </pc:spChg>
        <pc:spChg chg="add mod">
          <ac:chgData name="Samuel Martins" userId="f8f09c98-71f0-450b-b670-36841d96801a" providerId="ADAL" clId="{97CB2284-6D10-5B49-AB99-EC048A932463}" dt="2021-10-14T03:15:22.401" v="2894" actId="14100"/>
          <ac:spMkLst>
            <pc:docMk/>
            <pc:sldMk cId="2132551261" sldId="1176"/>
            <ac:spMk id="123" creationId="{4101D1C7-6955-AD47-B739-27093E2D1027}"/>
          </ac:spMkLst>
        </pc:spChg>
        <pc:grpChg chg="del">
          <ac:chgData name="Samuel Martins" userId="f8f09c98-71f0-450b-b670-36841d96801a" providerId="ADAL" clId="{97CB2284-6D10-5B49-AB99-EC048A932463}" dt="2021-10-14T03:09:02.234" v="2698" actId="165"/>
          <ac:grpSpMkLst>
            <pc:docMk/>
            <pc:sldMk cId="2132551261" sldId="1176"/>
            <ac:grpSpMk id="17" creationId="{9DAE5C79-1762-B843-A7DE-C450F2730545}"/>
          </ac:grpSpMkLst>
        </pc:grpChg>
        <pc:grpChg chg="del mod topLvl">
          <ac:chgData name="Samuel Martins" userId="f8f09c98-71f0-450b-b670-36841d96801a" providerId="ADAL" clId="{97CB2284-6D10-5B49-AB99-EC048A932463}" dt="2021-10-14T03:09:02.542" v="2699" actId="165"/>
          <ac:grpSpMkLst>
            <pc:docMk/>
            <pc:sldMk cId="2132551261" sldId="1176"/>
            <ac:grpSpMk id="48" creationId="{56DB223A-2380-F248-B536-7675022D5FB2}"/>
          </ac:grpSpMkLst>
        </pc:grpChg>
        <pc:grpChg chg="del mod topLvl">
          <ac:chgData name="Samuel Martins" userId="f8f09c98-71f0-450b-b670-36841d96801a" providerId="ADAL" clId="{97CB2284-6D10-5B49-AB99-EC048A932463}" dt="2021-10-14T03:09:02.542" v="2699" actId="165"/>
          <ac:grpSpMkLst>
            <pc:docMk/>
            <pc:sldMk cId="2132551261" sldId="1176"/>
            <ac:grpSpMk id="49" creationId="{518CFEC7-A7E0-5447-9D5E-C0174DD837D0}"/>
          </ac:grpSpMkLst>
        </pc:grpChg>
        <pc:grpChg chg="del mod topLvl">
          <ac:chgData name="Samuel Martins" userId="f8f09c98-71f0-450b-b670-36841d96801a" providerId="ADAL" clId="{97CB2284-6D10-5B49-AB99-EC048A932463}" dt="2021-10-14T03:09:02.542" v="2699" actId="165"/>
          <ac:grpSpMkLst>
            <pc:docMk/>
            <pc:sldMk cId="2132551261" sldId="1176"/>
            <ac:grpSpMk id="66" creationId="{15503D9A-D0F5-0A41-A61A-E645C7D366C7}"/>
          </ac:grpSpMkLst>
        </pc:grpChg>
        <pc:grpChg chg="del mod topLvl">
          <ac:chgData name="Samuel Martins" userId="f8f09c98-71f0-450b-b670-36841d96801a" providerId="ADAL" clId="{97CB2284-6D10-5B49-AB99-EC048A932463}" dt="2021-10-14T03:09:32.190" v="2705" actId="165"/>
          <ac:grpSpMkLst>
            <pc:docMk/>
            <pc:sldMk cId="2132551261" sldId="1176"/>
            <ac:grpSpMk id="72" creationId="{352DE565-21A6-E84A-B2A6-15B38982A9FE}"/>
          </ac:grpSpMkLst>
        </pc:grpChg>
        <pc:grpChg chg="del mod topLvl">
          <ac:chgData name="Samuel Martins" userId="f8f09c98-71f0-450b-b670-36841d96801a" providerId="ADAL" clId="{97CB2284-6D10-5B49-AB99-EC048A932463}" dt="2021-10-14T03:09:30.621" v="2704" actId="165"/>
          <ac:grpSpMkLst>
            <pc:docMk/>
            <pc:sldMk cId="2132551261" sldId="1176"/>
            <ac:grpSpMk id="95" creationId="{15DF71D4-8820-674B-827B-960A56198C53}"/>
          </ac:grpSpMkLst>
        </pc:grpChg>
        <pc:picChg chg="add del mod">
          <ac:chgData name="Samuel Martins" userId="f8f09c98-71f0-450b-b670-36841d96801a" providerId="ADAL" clId="{97CB2284-6D10-5B49-AB99-EC048A932463}" dt="2021-10-14T03:12:06.960" v="2780" actId="478"/>
          <ac:picMkLst>
            <pc:docMk/>
            <pc:sldMk cId="2132551261" sldId="1176"/>
            <ac:picMk id="2" creationId="{4DF23EEE-F6C5-5449-9C8D-D8994D294075}"/>
          </ac:picMkLst>
        </pc:picChg>
        <pc:cxnChg chg="add del mod topLvl">
          <ac:chgData name="Samuel Martins" userId="f8f09c98-71f0-450b-b670-36841d96801a" providerId="ADAL" clId="{97CB2284-6D10-5B49-AB99-EC048A932463}" dt="2021-10-14T03:10:54.401" v="2767" actId="478"/>
          <ac:cxnSpMkLst>
            <pc:docMk/>
            <pc:sldMk cId="2132551261" sldId="1176"/>
            <ac:cxnSpMk id="84" creationId="{7F227C8E-D6C1-9B47-A366-5B539299145B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85" creationId="{80CEF53A-50C4-0741-9403-5404B6469E79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86" creationId="{425BB4AC-1F6E-E844-96DE-22939DBD7805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87" creationId="{E4620FF1-D68D-F44D-B628-CE7915DBF0B9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88" creationId="{C57BDCAC-37DF-2F43-8935-B0AAF2E8626F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89" creationId="{3C6AF76F-366B-0841-B8AC-081C439C76E8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90" creationId="{5679BF99-EF22-7141-9181-BC3B6E53A443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91" creationId="{E44971DD-1E90-824E-878B-E994F2608DBC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92" creationId="{930CAA8E-7D29-644D-A493-67E597429C1F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93" creationId="{A3155B64-7ADD-E94F-8A96-DD2C340E4A96}"/>
          </ac:cxnSpMkLst>
        </pc:cxnChg>
        <pc:cxnChg chg="add del mod topLvl">
          <ac:chgData name="Samuel Martins" userId="f8f09c98-71f0-450b-b670-36841d96801a" providerId="ADAL" clId="{97CB2284-6D10-5B49-AB99-EC048A932463}" dt="2021-10-14T03:10:56.236" v="2768" actId="478"/>
          <ac:cxnSpMkLst>
            <pc:docMk/>
            <pc:sldMk cId="2132551261" sldId="1176"/>
            <ac:cxnSpMk id="94" creationId="{26E1A3B5-4748-594D-A5F3-43E4FB7D349E}"/>
          </ac:cxnSpMkLst>
        </pc:cxnChg>
        <pc:cxnChg chg="mod topLvl">
          <ac:chgData name="Samuel Martins" userId="f8f09c98-71f0-450b-b670-36841d96801a" providerId="ADAL" clId="{97CB2284-6D10-5B49-AB99-EC048A932463}" dt="2021-10-14T03:15:04.600" v="2878" actId="12788"/>
          <ac:cxnSpMkLst>
            <pc:docMk/>
            <pc:sldMk cId="2132551261" sldId="1176"/>
            <ac:cxnSpMk id="107" creationId="{243F09BB-EB06-8045-A432-B4E29CC67A92}"/>
          </ac:cxnSpMkLst>
        </pc:cxnChg>
        <pc:cxnChg chg="del mod topLvl">
          <ac:chgData name="Samuel Martins" userId="f8f09c98-71f0-450b-b670-36841d96801a" providerId="ADAL" clId="{97CB2284-6D10-5B49-AB99-EC048A932463}" dt="2021-10-14T03:09:34.752" v="2706" actId="478"/>
          <ac:cxnSpMkLst>
            <pc:docMk/>
            <pc:sldMk cId="2132551261" sldId="1176"/>
            <ac:cxnSpMk id="108" creationId="{2F971122-7E8C-924B-9D3F-54169A3B4FF5}"/>
          </ac:cxnSpMkLst>
        </pc:cxnChg>
        <pc:cxnChg chg="del mod topLvl">
          <ac:chgData name="Samuel Martins" userId="f8f09c98-71f0-450b-b670-36841d96801a" providerId="ADAL" clId="{97CB2284-6D10-5B49-AB99-EC048A932463}" dt="2021-10-14T03:09:39.992" v="2708" actId="478"/>
          <ac:cxnSpMkLst>
            <pc:docMk/>
            <pc:sldMk cId="2132551261" sldId="1176"/>
            <ac:cxnSpMk id="109" creationId="{CDD10E25-EC26-CD4D-A122-2F38C84183E5}"/>
          </ac:cxnSpMkLst>
        </pc:cxnChg>
        <pc:cxnChg chg="del mod topLvl">
          <ac:chgData name="Samuel Martins" userId="f8f09c98-71f0-450b-b670-36841d96801a" providerId="ADAL" clId="{97CB2284-6D10-5B49-AB99-EC048A932463}" dt="2021-10-14T03:09:43.910" v="2710" actId="478"/>
          <ac:cxnSpMkLst>
            <pc:docMk/>
            <pc:sldMk cId="2132551261" sldId="1176"/>
            <ac:cxnSpMk id="110" creationId="{5F8092B2-C97E-1742-ACA2-6AB74E3FE564}"/>
          </ac:cxnSpMkLst>
        </pc:cxnChg>
        <pc:cxnChg chg="del mod topLvl">
          <ac:chgData name="Samuel Martins" userId="f8f09c98-71f0-450b-b670-36841d96801a" providerId="ADAL" clId="{97CB2284-6D10-5B49-AB99-EC048A932463}" dt="2021-10-14T03:09:47.512" v="2712" actId="478"/>
          <ac:cxnSpMkLst>
            <pc:docMk/>
            <pc:sldMk cId="2132551261" sldId="1176"/>
            <ac:cxnSpMk id="111" creationId="{340BC26A-A857-EA41-AE7A-12AB140E4556}"/>
          </ac:cxnSpMkLst>
        </pc:cxnChg>
        <pc:cxnChg chg="mod topLvl">
          <ac:chgData name="Samuel Martins" userId="f8f09c98-71f0-450b-b670-36841d96801a" providerId="ADAL" clId="{97CB2284-6D10-5B49-AB99-EC048A932463}" dt="2021-10-14T03:09:30.621" v="2704" actId="165"/>
          <ac:cxnSpMkLst>
            <pc:docMk/>
            <pc:sldMk cId="2132551261" sldId="1176"/>
            <ac:cxnSpMk id="112" creationId="{07F5B939-AA21-1B40-A392-75D3A501D34C}"/>
          </ac:cxnSpMkLst>
        </pc:cxnChg>
        <pc:cxnChg chg="del mod topLvl">
          <ac:chgData name="Samuel Martins" userId="f8f09c98-71f0-450b-b670-36841d96801a" providerId="ADAL" clId="{97CB2284-6D10-5B49-AB99-EC048A932463}" dt="2021-10-14T03:09:37.288" v="2707" actId="478"/>
          <ac:cxnSpMkLst>
            <pc:docMk/>
            <pc:sldMk cId="2132551261" sldId="1176"/>
            <ac:cxnSpMk id="113" creationId="{3BE17610-3616-AC4C-8C89-5CDA9A5025DA}"/>
          </ac:cxnSpMkLst>
        </pc:cxnChg>
        <pc:cxnChg chg="mod topLvl">
          <ac:chgData name="Samuel Martins" userId="f8f09c98-71f0-450b-b670-36841d96801a" providerId="ADAL" clId="{97CB2284-6D10-5B49-AB99-EC048A932463}" dt="2021-10-14T03:09:30.621" v="2704" actId="165"/>
          <ac:cxnSpMkLst>
            <pc:docMk/>
            <pc:sldMk cId="2132551261" sldId="1176"/>
            <ac:cxnSpMk id="114" creationId="{BE9F14D6-A328-E84F-B812-1678B4F5ACA0}"/>
          </ac:cxnSpMkLst>
        </pc:cxnChg>
        <pc:cxnChg chg="mod topLvl">
          <ac:chgData name="Samuel Martins" userId="f8f09c98-71f0-450b-b670-36841d96801a" providerId="ADAL" clId="{97CB2284-6D10-5B49-AB99-EC048A932463}" dt="2021-10-14T03:09:30.621" v="2704" actId="165"/>
          <ac:cxnSpMkLst>
            <pc:docMk/>
            <pc:sldMk cId="2132551261" sldId="1176"/>
            <ac:cxnSpMk id="115" creationId="{3734F5F9-0C88-F845-A596-144A46F557D2}"/>
          </ac:cxnSpMkLst>
        </pc:cxnChg>
        <pc:cxnChg chg="mod topLvl">
          <ac:chgData name="Samuel Martins" userId="f8f09c98-71f0-450b-b670-36841d96801a" providerId="ADAL" clId="{97CB2284-6D10-5B49-AB99-EC048A932463}" dt="2021-10-14T03:09:30.621" v="2704" actId="165"/>
          <ac:cxnSpMkLst>
            <pc:docMk/>
            <pc:sldMk cId="2132551261" sldId="1176"/>
            <ac:cxnSpMk id="116" creationId="{E21D8F30-3783-874B-BD08-2BDF73A31E2E}"/>
          </ac:cxnSpMkLst>
        </pc:cxnChg>
        <pc:cxnChg chg="mod topLvl">
          <ac:chgData name="Samuel Martins" userId="f8f09c98-71f0-450b-b670-36841d96801a" providerId="ADAL" clId="{97CB2284-6D10-5B49-AB99-EC048A932463}" dt="2021-10-14T03:09:30.621" v="2704" actId="165"/>
          <ac:cxnSpMkLst>
            <pc:docMk/>
            <pc:sldMk cId="2132551261" sldId="1176"/>
            <ac:cxnSpMk id="117" creationId="{2E54BCD3-F944-3A47-8A27-67E55E9CE81E}"/>
          </ac:cxnSpMkLst>
        </pc:cxnChg>
        <pc:cxnChg chg="add mod">
          <ac:chgData name="Samuel Martins" userId="f8f09c98-71f0-450b-b670-36841d96801a" providerId="ADAL" clId="{97CB2284-6D10-5B49-AB99-EC048A932463}" dt="2021-10-14T03:14:15.010" v="2853" actId="1076"/>
          <ac:cxnSpMkLst>
            <pc:docMk/>
            <pc:sldMk cId="2132551261" sldId="1176"/>
            <ac:cxnSpMk id="121" creationId="{7222CEDE-8095-B44B-9CBA-7ED730692B7F}"/>
          </ac:cxnSpMkLst>
        </pc:cxnChg>
      </pc:sldChg>
      <pc:sldChg chg="modSp add del">
        <pc:chgData name="Samuel Martins" userId="f8f09c98-71f0-450b-b670-36841d96801a" providerId="ADAL" clId="{97CB2284-6D10-5B49-AB99-EC048A932463}" dt="2021-10-14T03:33:50.541" v="3289" actId="2696"/>
        <pc:sldMkLst>
          <pc:docMk/>
          <pc:sldMk cId="3565405574" sldId="1177"/>
        </pc:sldMkLst>
        <pc:spChg chg="mod">
          <ac:chgData name="Samuel Martins" userId="f8f09c98-71f0-450b-b670-36841d96801a" providerId="ADAL" clId="{97CB2284-6D10-5B49-AB99-EC048A932463}" dt="2021-10-14T03:07:26.602" v="2656" actId="20577"/>
          <ac:spMkLst>
            <pc:docMk/>
            <pc:sldMk cId="3565405574" sldId="1177"/>
            <ac:spMk id="14" creationId="{4E67F6D3-3221-1F4D-B5B2-9CF677C974C2}"/>
          </ac:spMkLst>
        </pc:spChg>
      </pc:sldChg>
      <pc:sldChg chg="modSp add">
        <pc:chgData name="Samuel Martins" userId="f8f09c98-71f0-450b-b670-36841d96801a" providerId="ADAL" clId="{97CB2284-6D10-5B49-AB99-EC048A932463}" dt="2021-10-15T12:56:20.954" v="3381" actId="20577"/>
        <pc:sldMkLst>
          <pc:docMk/>
          <pc:sldMk cId="3414328916" sldId="1178"/>
        </pc:sldMkLst>
        <pc:spChg chg="mod">
          <ac:chgData name="Samuel Martins" userId="f8f09c98-71f0-450b-b670-36841d96801a" providerId="ADAL" clId="{97CB2284-6D10-5B49-AB99-EC048A932463}" dt="2021-10-15T12:56:20.954" v="3381" actId="20577"/>
          <ac:spMkLst>
            <pc:docMk/>
            <pc:sldMk cId="3414328916" sldId="1178"/>
            <ac:spMk id="14" creationId="{4E67F6D3-3221-1F4D-B5B2-9CF677C974C2}"/>
          </ac:spMkLst>
        </pc:spChg>
      </pc:sldChg>
      <pc:sldChg chg="add del">
        <pc:chgData name="Samuel Martins" userId="f8f09c98-71f0-450b-b670-36841d96801a" providerId="ADAL" clId="{97CB2284-6D10-5B49-AB99-EC048A932463}" dt="2021-10-14T03:15:32.208" v="2896"/>
        <pc:sldMkLst>
          <pc:docMk/>
          <pc:sldMk cId="842605715" sldId="1179"/>
        </pc:sldMkLst>
      </pc:sldChg>
      <pc:sldChg chg="addSp delSp modSp add">
        <pc:chgData name="Samuel Martins" userId="f8f09c98-71f0-450b-b670-36841d96801a" providerId="ADAL" clId="{97CB2284-6D10-5B49-AB99-EC048A932463}" dt="2021-10-14T03:25:46.907" v="3063" actId="1076"/>
        <pc:sldMkLst>
          <pc:docMk/>
          <pc:sldMk cId="2494651865" sldId="1179"/>
        </pc:sldMkLst>
        <pc:spChg chg="del">
          <ac:chgData name="Samuel Martins" userId="f8f09c98-71f0-450b-b670-36841d96801a" providerId="ADAL" clId="{97CB2284-6D10-5B49-AB99-EC048A932463}" dt="2021-10-14T03:19:49.677" v="2972" actId="478"/>
          <ac:spMkLst>
            <pc:docMk/>
            <pc:sldMk cId="2494651865" sldId="1179"/>
            <ac:spMk id="14" creationId="{4E67F6D3-3221-1F4D-B5B2-9CF677C974C2}"/>
          </ac:spMkLst>
        </pc:spChg>
        <pc:spChg chg="mod">
          <ac:chgData name="Samuel Martins" userId="f8f09c98-71f0-450b-b670-36841d96801a" providerId="ADAL" clId="{97CB2284-6D10-5B49-AB99-EC048A932463}" dt="2021-10-14T03:23:14.032" v="2985" actId="207"/>
          <ac:spMkLst>
            <pc:docMk/>
            <pc:sldMk cId="2494651865" sldId="1179"/>
            <ac:spMk id="30" creationId="{0C16D62B-F614-E341-9F4A-2121E23FD240}"/>
          </ac:spMkLst>
        </pc:spChg>
        <pc:spChg chg="mod">
          <ac:chgData name="Samuel Martins" userId="f8f09c98-71f0-450b-b670-36841d96801a" providerId="ADAL" clId="{97CB2284-6D10-5B49-AB99-EC048A932463}" dt="2021-10-14T03:23:10.802" v="2984" actId="207"/>
          <ac:spMkLst>
            <pc:docMk/>
            <pc:sldMk cId="2494651865" sldId="1179"/>
            <ac:spMk id="31" creationId="{FD45A624-46A5-FB4F-A41A-B0DDD1173684}"/>
          </ac:spMkLst>
        </pc:spChg>
        <pc:spChg chg="add del">
          <ac:chgData name="Samuel Martins" userId="f8f09c98-71f0-450b-b670-36841d96801a" providerId="ADAL" clId="{97CB2284-6D10-5B49-AB99-EC048A932463}" dt="2021-10-14T03:24:19.990" v="3018" actId="478"/>
          <ac:spMkLst>
            <pc:docMk/>
            <pc:sldMk cId="2494651865" sldId="1179"/>
            <ac:spMk id="33" creationId="{02E1160D-52F1-9F49-8F7D-F9197454B42A}"/>
          </ac:spMkLst>
        </pc:spChg>
        <pc:spChg chg="add mod">
          <ac:chgData name="Samuel Martins" userId="f8f09c98-71f0-450b-b670-36841d96801a" providerId="ADAL" clId="{97CB2284-6D10-5B49-AB99-EC048A932463}" dt="2021-10-14T03:24:54.790" v="3031" actId="164"/>
          <ac:spMkLst>
            <pc:docMk/>
            <pc:sldMk cId="2494651865" sldId="1179"/>
            <ac:spMk id="34" creationId="{74235FF0-5CDD-D746-A731-620D4F68598D}"/>
          </ac:spMkLst>
        </pc:spChg>
        <pc:spChg chg="add mod">
          <ac:chgData name="Samuel Martins" userId="f8f09c98-71f0-450b-b670-36841d96801a" providerId="ADAL" clId="{97CB2284-6D10-5B49-AB99-EC048A932463}" dt="2021-10-14T03:25:04.191" v="3036" actId="164"/>
          <ac:spMkLst>
            <pc:docMk/>
            <pc:sldMk cId="2494651865" sldId="1179"/>
            <ac:spMk id="35" creationId="{15762DA6-2731-2844-8901-02A359BBB6DD}"/>
          </ac:spMkLst>
        </pc:spChg>
        <pc:spChg chg="add mod">
          <ac:chgData name="Samuel Martins" userId="f8f09c98-71f0-450b-b670-36841d96801a" providerId="ADAL" clId="{97CB2284-6D10-5B49-AB99-EC048A932463}" dt="2021-10-14T03:24:54.790" v="3031" actId="164"/>
          <ac:spMkLst>
            <pc:docMk/>
            <pc:sldMk cId="2494651865" sldId="1179"/>
            <ac:spMk id="36" creationId="{BA7FCCCD-3014-CC4F-863B-15EFE27F2B65}"/>
          </ac:spMkLst>
        </pc:spChg>
        <pc:spChg chg="mod">
          <ac:chgData name="Samuel Martins" userId="f8f09c98-71f0-450b-b670-36841d96801a" providerId="ADAL" clId="{97CB2284-6D10-5B49-AB99-EC048A932463}" dt="2021-10-14T03:25:19.216" v="3039" actId="120"/>
          <ac:spMkLst>
            <pc:docMk/>
            <pc:sldMk cId="2494651865" sldId="1179"/>
            <ac:spMk id="208" creationId="{00000000-0000-0000-0000-000000000000}"/>
          </ac:spMkLst>
        </pc:spChg>
        <pc:grpChg chg="add del mod">
          <ac:chgData name="Samuel Martins" userId="f8f09c98-71f0-450b-b670-36841d96801a" providerId="ADAL" clId="{97CB2284-6D10-5B49-AB99-EC048A932463}" dt="2021-10-14T03:22:29.428" v="2982" actId="478"/>
          <ac:grpSpMkLst>
            <pc:docMk/>
            <pc:sldMk cId="2494651865" sldId="1179"/>
            <ac:grpSpMk id="6" creationId="{DC352782-B306-5D45-A29C-1FC19E4ACA94}"/>
          </ac:grpSpMkLst>
        </pc:grpChg>
        <pc:grpChg chg="add mod">
          <ac:chgData name="Samuel Martins" userId="f8f09c98-71f0-450b-b670-36841d96801a" providerId="ADAL" clId="{97CB2284-6D10-5B49-AB99-EC048A932463}" dt="2021-10-14T03:24:51.677" v="3030" actId="164"/>
          <ac:grpSpMkLst>
            <pc:docMk/>
            <pc:sldMk cId="2494651865" sldId="1179"/>
            <ac:grpSpMk id="8" creationId="{46801196-1631-6D42-9863-CE0027EC8A67}"/>
          </ac:grpSpMkLst>
        </pc:grpChg>
        <pc:grpChg chg="add mod">
          <ac:chgData name="Samuel Martins" userId="f8f09c98-71f0-450b-b670-36841d96801a" providerId="ADAL" clId="{97CB2284-6D10-5B49-AB99-EC048A932463}" dt="2021-10-14T03:25:04.191" v="3036" actId="164"/>
          <ac:grpSpMkLst>
            <pc:docMk/>
            <pc:sldMk cId="2494651865" sldId="1179"/>
            <ac:grpSpMk id="9" creationId="{184AA3AE-163F-334F-A31F-49AFDB9AF83A}"/>
          </ac:grpSpMkLst>
        </pc:grpChg>
        <pc:grpChg chg="add mod">
          <ac:chgData name="Samuel Martins" userId="f8f09c98-71f0-450b-b670-36841d96801a" providerId="ADAL" clId="{97CB2284-6D10-5B49-AB99-EC048A932463}" dt="2021-10-14T03:25:13.866" v="3038" actId="164"/>
          <ac:grpSpMkLst>
            <pc:docMk/>
            <pc:sldMk cId="2494651865" sldId="1179"/>
            <ac:grpSpMk id="10" creationId="{E33A691B-64B1-C449-B89D-1CB421DC184F}"/>
          </ac:grpSpMkLst>
        </pc:grpChg>
        <pc:grpChg chg="add mod">
          <ac:chgData name="Samuel Martins" userId="f8f09c98-71f0-450b-b670-36841d96801a" providerId="ADAL" clId="{97CB2284-6D10-5B49-AB99-EC048A932463}" dt="2021-10-14T03:25:13.866" v="3038" actId="164"/>
          <ac:grpSpMkLst>
            <pc:docMk/>
            <pc:sldMk cId="2494651865" sldId="1179"/>
            <ac:grpSpMk id="17" creationId="{864096B5-2F6B-C841-85F1-7D431BE94D69}"/>
          </ac:grpSpMkLst>
        </pc:grpChg>
        <pc:grpChg chg="add mod">
          <ac:chgData name="Samuel Martins" userId="f8f09c98-71f0-450b-b670-36841d96801a" providerId="ADAL" clId="{97CB2284-6D10-5B49-AB99-EC048A932463}" dt="2021-10-14T03:25:46.907" v="3063" actId="1076"/>
          <ac:grpSpMkLst>
            <pc:docMk/>
            <pc:sldMk cId="2494651865" sldId="1179"/>
            <ac:grpSpMk id="37" creationId="{7BC08AC0-CC04-8046-B27D-A23445ABB58D}"/>
          </ac:grpSpMkLst>
        </pc:grpChg>
        <pc:picChg chg="add mod">
          <ac:chgData name="Samuel Martins" userId="f8f09c98-71f0-450b-b670-36841d96801a" providerId="ADAL" clId="{97CB2284-6D10-5B49-AB99-EC048A932463}" dt="2021-10-14T03:20:09.734" v="2980" actId="164"/>
          <ac:picMkLst>
            <pc:docMk/>
            <pc:sldMk cId="2494651865" sldId="1179"/>
            <ac:picMk id="2" creationId="{6634C3AD-C8AA-3545-BEFB-453236C0D7E9}"/>
          </ac:picMkLst>
        </pc:picChg>
        <pc:picChg chg="add mod">
          <ac:chgData name="Samuel Martins" userId="f8f09c98-71f0-450b-b670-36841d96801a" providerId="ADAL" clId="{97CB2284-6D10-5B49-AB99-EC048A932463}" dt="2021-10-14T03:20:09.734" v="2980" actId="164"/>
          <ac:picMkLst>
            <pc:docMk/>
            <pc:sldMk cId="2494651865" sldId="1179"/>
            <ac:picMk id="5" creationId="{070447F5-7359-974A-9B8E-2FF5B51A1F6C}"/>
          </ac:picMkLst>
        </pc:picChg>
        <pc:cxnChg chg="mod">
          <ac:chgData name="Samuel Martins" userId="f8f09c98-71f0-450b-b670-36841d96801a" providerId="ADAL" clId="{97CB2284-6D10-5B49-AB99-EC048A932463}" dt="2021-10-14T03:25:32.684" v="3061" actId="1038"/>
          <ac:cxnSpMkLst>
            <pc:docMk/>
            <pc:sldMk cId="2494651865" sldId="1179"/>
            <ac:cxnSpMk id="211" creationId="{00000000-0000-0000-0000-000000000000}"/>
          </ac:cxnSpMkLst>
        </pc:cxnChg>
      </pc:sldChg>
      <pc:sldChg chg="addSp delSp modSp add ord">
        <pc:chgData name="Samuel Martins" userId="f8f09c98-71f0-450b-b670-36841d96801a" providerId="ADAL" clId="{97CB2284-6D10-5B49-AB99-EC048A932463}" dt="2021-10-14T03:31:46.764" v="3277"/>
        <pc:sldMkLst>
          <pc:docMk/>
          <pc:sldMk cId="957530197" sldId="1180"/>
        </pc:sldMkLst>
        <pc:spChg chg="add mod">
          <ac:chgData name="Samuel Martins" userId="f8f09c98-71f0-450b-b670-36841d96801a" providerId="ADAL" clId="{97CB2284-6D10-5B49-AB99-EC048A932463}" dt="2021-10-14T03:31:15.437" v="3260" actId="692"/>
          <ac:spMkLst>
            <pc:docMk/>
            <pc:sldMk cId="957530197" sldId="1180"/>
            <ac:spMk id="2" creationId="{9440C37B-8F65-6E43-9E77-6A8168F2458E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0" creationId="{16CDE136-D74C-0E48-A5D7-115011B41D55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1" creationId="{D84CF376-062F-DF4B-9CA2-A30B599F2011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2" creationId="{6F8E09A3-F1A7-FD4F-B292-4B4516A0A8F9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3" creationId="{95C7C982-70CC-8447-B9BD-BEBE196B8D89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4" creationId="{6281C992-4544-DB41-A3B1-B0E9E50D9634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5" creationId="{B5843B93-FF43-E941-8591-8073545DA98E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6" creationId="{1DA1B7CD-BB22-2140-ADAC-C46F5446B469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7" creationId="{19333D7D-8ADB-DC4E-A943-5BE611CED9AA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8" creationId="{FEED7940-F540-9749-955B-EAD986E18C5E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29" creationId="{7E8A03C4-19D5-8248-88B6-F20EA79C6F5A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30" creationId="{0C16D62B-F614-E341-9F4A-2121E23FD240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31" creationId="{FD45A624-46A5-FB4F-A41A-B0DDD1173684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32" creationId="{8CE917A7-688A-FA4B-9CB4-FEC180568449}"/>
          </ac:spMkLst>
        </pc:spChg>
        <pc:spChg chg="mod">
          <ac:chgData name="Samuel Martins" userId="f8f09c98-71f0-450b-b670-36841d96801a" providerId="ADAL" clId="{97CB2284-6D10-5B49-AB99-EC048A932463}" dt="2021-10-14T03:28:05.272" v="3180" actId="20577"/>
          <ac:spMkLst>
            <pc:docMk/>
            <pc:sldMk cId="957530197" sldId="1180"/>
            <ac:spMk id="34" creationId="{74235FF0-5CDD-D746-A731-620D4F68598D}"/>
          </ac:spMkLst>
        </pc:spChg>
        <pc:spChg chg="mod topLvl">
          <ac:chgData name="Samuel Martins" userId="f8f09c98-71f0-450b-b670-36841d96801a" providerId="ADAL" clId="{97CB2284-6D10-5B49-AB99-EC048A932463}" dt="2021-10-14T03:28:09.421" v="3182" actId="165"/>
          <ac:spMkLst>
            <pc:docMk/>
            <pc:sldMk cId="957530197" sldId="1180"/>
            <ac:spMk id="35" creationId="{15762DA6-2731-2844-8901-02A359BBB6DD}"/>
          </ac:spMkLst>
        </pc:spChg>
        <pc:spChg chg="add del mod">
          <ac:chgData name="Samuel Martins" userId="f8f09c98-71f0-450b-b670-36841d96801a" providerId="ADAL" clId="{97CB2284-6D10-5B49-AB99-EC048A932463}" dt="2021-10-14T03:31:46.237" v="3276" actId="478"/>
          <ac:spMkLst>
            <pc:docMk/>
            <pc:sldMk cId="957530197" sldId="1180"/>
            <ac:spMk id="38" creationId="{6087258E-DD67-CE43-B994-38B3E7A0A798}"/>
          </ac:spMkLst>
        </pc:spChg>
        <pc:spChg chg="add mod">
          <ac:chgData name="Samuel Martins" userId="f8f09c98-71f0-450b-b670-36841d96801a" providerId="ADAL" clId="{97CB2284-6D10-5B49-AB99-EC048A932463}" dt="2021-10-14T03:29:07.198" v="3186" actId="1076"/>
          <ac:spMkLst>
            <pc:docMk/>
            <pc:sldMk cId="957530197" sldId="1180"/>
            <ac:spMk id="39" creationId="{F0EA6EBD-5F23-4446-8F61-B47C110B0069}"/>
          </ac:spMkLst>
        </pc:spChg>
        <pc:spChg chg="add mod">
          <ac:chgData name="Samuel Martins" userId="f8f09c98-71f0-450b-b670-36841d96801a" providerId="ADAL" clId="{97CB2284-6D10-5B49-AB99-EC048A932463}" dt="2021-10-14T03:29:10.905" v="3188" actId="1076"/>
          <ac:spMkLst>
            <pc:docMk/>
            <pc:sldMk cId="957530197" sldId="1180"/>
            <ac:spMk id="40" creationId="{B3244475-7D1B-4942-95F0-4B1DDF9B878C}"/>
          </ac:spMkLst>
        </pc:spChg>
        <pc:spChg chg="add mod">
          <ac:chgData name="Samuel Martins" userId="f8f09c98-71f0-450b-b670-36841d96801a" providerId="ADAL" clId="{97CB2284-6D10-5B49-AB99-EC048A932463}" dt="2021-10-14T03:31:19.722" v="3264" actId="692"/>
          <ac:spMkLst>
            <pc:docMk/>
            <pc:sldMk cId="957530197" sldId="1180"/>
            <ac:spMk id="41" creationId="{85331B8D-CBDC-CB4D-8614-F7CD03F2CB91}"/>
          </ac:spMkLst>
        </pc:spChg>
        <pc:spChg chg="add mod">
          <ac:chgData name="Samuel Martins" userId="f8f09c98-71f0-450b-b670-36841d96801a" providerId="ADAL" clId="{97CB2284-6D10-5B49-AB99-EC048A932463}" dt="2021-10-14T03:31:23.474" v="3268" actId="692"/>
          <ac:spMkLst>
            <pc:docMk/>
            <pc:sldMk cId="957530197" sldId="1180"/>
            <ac:spMk id="42" creationId="{1F610141-DC5A-6546-88B5-BC50DD73D606}"/>
          </ac:spMkLst>
        </pc:spChg>
        <pc:spChg chg="add del mod">
          <ac:chgData name="Samuel Martins" userId="f8f09c98-71f0-450b-b670-36841d96801a" providerId="ADAL" clId="{97CB2284-6D10-5B49-AB99-EC048A932463}" dt="2021-10-14T03:31:04.935" v="3255" actId="478"/>
          <ac:spMkLst>
            <pc:docMk/>
            <pc:sldMk cId="957530197" sldId="1180"/>
            <ac:spMk id="43" creationId="{97742A93-90BF-9E45-B2A2-687BFFAFE763}"/>
          </ac:spMkLst>
        </pc:spChg>
        <pc:spChg chg="add">
          <ac:chgData name="Samuel Martins" userId="f8f09c98-71f0-450b-b670-36841d96801a" providerId="ADAL" clId="{97CB2284-6D10-5B49-AB99-EC048A932463}" dt="2021-10-14T03:31:46.764" v="3277"/>
          <ac:spMkLst>
            <pc:docMk/>
            <pc:sldMk cId="957530197" sldId="1180"/>
            <ac:spMk id="44" creationId="{F85C2C5B-7544-B843-A644-678218AF02A8}"/>
          </ac:spMkLst>
        </pc:spChg>
        <pc:grpChg chg="mod topLvl">
          <ac:chgData name="Samuel Martins" userId="f8f09c98-71f0-450b-b670-36841d96801a" providerId="ADAL" clId="{97CB2284-6D10-5B49-AB99-EC048A932463}" dt="2021-10-14T03:28:09.421" v="3182" actId="165"/>
          <ac:grpSpMkLst>
            <pc:docMk/>
            <pc:sldMk cId="957530197" sldId="1180"/>
            <ac:grpSpMk id="9" creationId="{184AA3AE-163F-334F-A31F-49AFDB9AF83A}"/>
          </ac:grpSpMkLst>
        </pc:grpChg>
        <pc:grpChg chg="del mod topLvl">
          <ac:chgData name="Samuel Martins" userId="f8f09c98-71f0-450b-b670-36841d96801a" providerId="ADAL" clId="{97CB2284-6D10-5B49-AB99-EC048A932463}" dt="2021-10-14T03:28:09.421" v="3182" actId="165"/>
          <ac:grpSpMkLst>
            <pc:docMk/>
            <pc:sldMk cId="957530197" sldId="1180"/>
            <ac:grpSpMk id="10" creationId="{E33A691B-64B1-C449-B89D-1CB421DC184F}"/>
          </ac:grpSpMkLst>
        </pc:grpChg>
        <pc:grpChg chg="del mod topLvl">
          <ac:chgData name="Samuel Martins" userId="f8f09c98-71f0-450b-b670-36841d96801a" providerId="ADAL" clId="{97CB2284-6D10-5B49-AB99-EC048A932463}" dt="2021-10-14T03:28:09.421" v="3182" actId="165"/>
          <ac:grpSpMkLst>
            <pc:docMk/>
            <pc:sldMk cId="957530197" sldId="1180"/>
            <ac:grpSpMk id="17" creationId="{864096B5-2F6B-C841-85F1-7D431BE94D69}"/>
          </ac:grpSpMkLst>
        </pc:grpChg>
        <pc:grpChg chg="del">
          <ac:chgData name="Samuel Martins" userId="f8f09c98-71f0-450b-b670-36841d96801a" providerId="ADAL" clId="{97CB2284-6D10-5B49-AB99-EC048A932463}" dt="2021-10-14T03:28:08.340" v="3181" actId="165"/>
          <ac:grpSpMkLst>
            <pc:docMk/>
            <pc:sldMk cId="957530197" sldId="1180"/>
            <ac:grpSpMk id="37" creationId="{7BC08AC0-CC04-8046-B27D-A23445ABB58D}"/>
          </ac:grpSpMkLst>
        </pc:grpChg>
        <pc:cxnChg chg="add del mod">
          <ac:chgData name="Samuel Martins" userId="f8f09c98-71f0-450b-b670-36841d96801a" providerId="ADAL" clId="{97CB2284-6D10-5B49-AB99-EC048A932463}" dt="2021-10-14T03:31:04.935" v="3255" actId="478"/>
          <ac:cxnSpMkLst>
            <pc:docMk/>
            <pc:sldMk cId="957530197" sldId="1180"/>
            <ac:cxnSpMk id="6" creationId="{4842FA4E-E06D-E645-81F6-1A99BE3405A8}"/>
          </ac:cxnSpMkLst>
        </pc:cxnChg>
        <pc:cxnChg chg="mod topLvl">
          <ac:chgData name="Samuel Martins" userId="f8f09c98-71f0-450b-b670-36841d96801a" providerId="ADAL" clId="{97CB2284-6D10-5B49-AB99-EC048A932463}" dt="2021-10-14T03:28:09.421" v="3182" actId="165"/>
          <ac:cxnSpMkLst>
            <pc:docMk/>
            <pc:sldMk cId="957530197" sldId="1180"/>
            <ac:cxnSpMk id="18" creationId="{20C881D2-6642-2448-A66B-0E4D2238EFB0}"/>
          </ac:cxnSpMkLst>
        </pc:cxnChg>
        <pc:cxnChg chg="mod topLvl">
          <ac:chgData name="Samuel Martins" userId="f8f09c98-71f0-450b-b670-36841d96801a" providerId="ADAL" clId="{97CB2284-6D10-5B49-AB99-EC048A932463}" dt="2021-10-14T03:28:09.421" v="3182" actId="165"/>
          <ac:cxnSpMkLst>
            <pc:docMk/>
            <pc:sldMk cId="957530197" sldId="1180"/>
            <ac:cxnSpMk id="19" creationId="{012CA369-1F5F-DF4F-ABAD-A4D349B61096}"/>
          </ac:cxnSpMkLst>
        </pc:cxnChg>
      </pc:sldChg>
      <pc:sldChg chg="addSp delSp modSp add">
        <pc:chgData name="Samuel Martins" userId="f8f09c98-71f0-450b-b670-36841d96801a" providerId="ADAL" clId="{97CB2284-6D10-5B49-AB99-EC048A932463}" dt="2021-10-15T12:57:19.159" v="3395" actId="692"/>
        <pc:sldMkLst>
          <pc:docMk/>
          <pc:sldMk cId="3117638603" sldId="1181"/>
        </pc:sldMkLst>
        <pc:spChg chg="del">
          <ac:chgData name="Samuel Martins" userId="f8f09c98-71f0-450b-b670-36841d96801a" providerId="ADAL" clId="{97CB2284-6D10-5B49-AB99-EC048A932463}" dt="2021-10-14T03:31:50.508" v="3278" actId="478"/>
          <ac:spMkLst>
            <pc:docMk/>
            <pc:sldMk cId="3117638603" sldId="1181"/>
            <ac:spMk id="38" creationId="{6087258E-DD67-CE43-B994-38B3E7A0A798}"/>
          </ac:spMkLst>
        </pc:spChg>
        <pc:spChg chg="add">
          <ac:chgData name="Samuel Martins" userId="f8f09c98-71f0-450b-b670-36841d96801a" providerId="ADAL" clId="{97CB2284-6D10-5B49-AB99-EC048A932463}" dt="2021-10-14T03:31:51.021" v="3279"/>
          <ac:spMkLst>
            <pc:docMk/>
            <pc:sldMk cId="3117638603" sldId="1181"/>
            <ac:spMk id="44" creationId="{590EB44B-ADBD-0A49-8A75-1A0F016F1E35}"/>
          </ac:spMkLst>
        </pc:spChg>
        <pc:cxnChg chg="mod">
          <ac:chgData name="Samuel Martins" userId="f8f09c98-71f0-450b-b670-36841d96801a" providerId="ADAL" clId="{97CB2284-6D10-5B49-AB99-EC048A932463}" dt="2021-10-15T12:57:19.159" v="3395" actId="692"/>
          <ac:cxnSpMkLst>
            <pc:docMk/>
            <pc:sldMk cId="3117638603" sldId="1181"/>
            <ac:cxnSpMk id="6" creationId="{4842FA4E-E06D-E645-81F6-1A99BE3405A8}"/>
          </ac:cxnSpMkLst>
        </pc:cxnChg>
      </pc:sldChg>
      <pc:sldChg chg="delSp modSp add">
        <pc:chgData name="Samuel Martins" userId="f8f09c98-71f0-450b-b670-36841d96801a" providerId="ADAL" clId="{97CB2284-6D10-5B49-AB99-EC048A932463}" dt="2021-10-14T03:31:39.558" v="3273" actId="14100"/>
        <pc:sldMkLst>
          <pc:docMk/>
          <pc:sldMk cId="1958556322" sldId="1182"/>
        </pc:sldMkLst>
        <pc:spChg chg="del">
          <ac:chgData name="Samuel Martins" userId="f8f09c98-71f0-450b-b670-36841d96801a" providerId="ADAL" clId="{97CB2284-6D10-5B49-AB99-EC048A932463}" dt="2021-10-14T03:31:32.701" v="3270" actId="478"/>
          <ac:spMkLst>
            <pc:docMk/>
            <pc:sldMk cId="1958556322" sldId="1182"/>
            <ac:spMk id="2" creationId="{9440C37B-8F65-6E43-9E77-6A8168F2458E}"/>
          </ac:spMkLst>
        </pc:spChg>
        <pc:spChg chg="mod">
          <ac:chgData name="Samuel Martins" userId="f8f09c98-71f0-450b-b670-36841d96801a" providerId="ADAL" clId="{97CB2284-6D10-5B49-AB99-EC048A932463}" dt="2021-10-14T03:31:39.558" v="3273" actId="14100"/>
          <ac:spMkLst>
            <pc:docMk/>
            <pc:sldMk cId="1958556322" sldId="1182"/>
            <ac:spMk id="38" creationId="{6087258E-DD67-CE43-B994-38B3E7A0A798}"/>
          </ac:spMkLst>
        </pc:spChg>
        <pc:spChg chg="del">
          <ac:chgData name="Samuel Martins" userId="f8f09c98-71f0-450b-b670-36841d96801a" providerId="ADAL" clId="{97CB2284-6D10-5B49-AB99-EC048A932463}" dt="2021-10-14T03:31:32.701" v="3270" actId="478"/>
          <ac:spMkLst>
            <pc:docMk/>
            <pc:sldMk cId="1958556322" sldId="1182"/>
            <ac:spMk id="41" creationId="{85331B8D-CBDC-CB4D-8614-F7CD03F2CB91}"/>
          </ac:spMkLst>
        </pc:spChg>
        <pc:spChg chg="del">
          <ac:chgData name="Samuel Martins" userId="f8f09c98-71f0-450b-b670-36841d96801a" providerId="ADAL" clId="{97CB2284-6D10-5B49-AB99-EC048A932463}" dt="2021-10-14T03:31:32.701" v="3270" actId="478"/>
          <ac:spMkLst>
            <pc:docMk/>
            <pc:sldMk cId="1958556322" sldId="1182"/>
            <ac:spMk id="42" creationId="{1F610141-DC5A-6546-88B5-BC50DD73D606}"/>
          </ac:spMkLst>
        </pc:spChg>
      </pc:sldChg>
      <pc:sldChg chg="addSp modSp add">
        <pc:chgData name="Samuel Martins" userId="f8f09c98-71f0-450b-b670-36841d96801a" providerId="ADAL" clId="{97CB2284-6D10-5B49-AB99-EC048A932463}" dt="2021-10-15T12:57:27.781" v="3403" actId="692"/>
        <pc:sldMkLst>
          <pc:docMk/>
          <pc:sldMk cId="208975257" sldId="1183"/>
        </pc:sldMkLst>
        <pc:picChg chg="add mod">
          <ac:chgData name="Samuel Martins" userId="f8f09c98-71f0-450b-b670-36841d96801a" providerId="ADAL" clId="{97CB2284-6D10-5B49-AB99-EC048A932463}" dt="2021-10-14T03:32:59.811" v="3284" actId="1076"/>
          <ac:picMkLst>
            <pc:docMk/>
            <pc:sldMk cId="208975257" sldId="1183"/>
            <ac:picMk id="5" creationId="{83C72C0C-DA27-8E4B-9935-34494A3ADCDE}"/>
          </ac:picMkLst>
        </pc:picChg>
        <pc:cxnChg chg="mod">
          <ac:chgData name="Samuel Martins" userId="f8f09c98-71f0-450b-b670-36841d96801a" providerId="ADAL" clId="{97CB2284-6D10-5B49-AB99-EC048A932463}" dt="2021-10-15T12:57:27.781" v="3403" actId="692"/>
          <ac:cxnSpMkLst>
            <pc:docMk/>
            <pc:sldMk cId="208975257" sldId="1183"/>
            <ac:cxnSpMk id="6" creationId="{4842FA4E-E06D-E645-81F6-1A99BE3405A8}"/>
          </ac:cxnSpMkLst>
        </pc:cxnChg>
      </pc:sldChg>
      <pc:sldChg chg="addSp modSp add">
        <pc:chgData name="Samuel Martins" userId="f8f09c98-71f0-450b-b670-36841d96801a" providerId="ADAL" clId="{97CB2284-6D10-5B49-AB99-EC048A932463}" dt="2021-10-14T03:33:35.636" v="3288" actId="1076"/>
        <pc:sldMkLst>
          <pc:docMk/>
          <pc:sldMk cId="618645667" sldId="1184"/>
        </pc:sldMkLst>
        <pc:picChg chg="add mod">
          <ac:chgData name="Samuel Martins" userId="f8f09c98-71f0-450b-b670-36841d96801a" providerId="ADAL" clId="{97CB2284-6D10-5B49-AB99-EC048A932463}" dt="2021-10-14T03:33:35.636" v="3288" actId="1076"/>
          <ac:picMkLst>
            <pc:docMk/>
            <pc:sldMk cId="618645667" sldId="1184"/>
            <ac:picMk id="6" creationId="{557E0BDF-1231-FB42-9CE8-70D316D6E5E3}"/>
          </ac:picMkLst>
        </pc:picChg>
      </pc:sldChg>
      <pc:sldChg chg="addSp delSp modSp add">
        <pc:chgData name="Samuel Martins" userId="f8f09c98-71f0-450b-b670-36841d96801a" providerId="ADAL" clId="{97CB2284-6D10-5B49-AB99-EC048A932463}" dt="2021-10-15T12:55:38.450" v="3378" actId="1076"/>
        <pc:sldMkLst>
          <pc:docMk/>
          <pc:sldMk cId="165934972" sldId="1185"/>
        </pc:sldMkLst>
        <pc:spChg chg="add del mod">
          <ac:chgData name="Samuel Martins" userId="f8f09c98-71f0-450b-b670-36841d96801a" providerId="ADAL" clId="{97CB2284-6D10-5B49-AB99-EC048A932463}" dt="2021-10-15T12:55:24.176" v="3374" actId="478"/>
          <ac:spMkLst>
            <pc:docMk/>
            <pc:sldMk cId="165934972" sldId="1185"/>
            <ac:spMk id="2" creationId="{F008F5D9-AEE3-8741-950C-A2036CC447BF}"/>
          </ac:spMkLst>
        </pc:spChg>
        <pc:grpChg chg="add del mod">
          <ac:chgData name="Samuel Martins" userId="f8f09c98-71f0-450b-b670-36841d96801a" providerId="ADAL" clId="{97CB2284-6D10-5B49-AB99-EC048A932463}" dt="2021-10-15T12:55:15.425" v="3373" actId="478"/>
          <ac:grpSpMkLst>
            <pc:docMk/>
            <pc:sldMk cId="165934972" sldId="1185"/>
            <ac:grpSpMk id="64" creationId="{C28397A9-9AB7-6E45-AC46-A4D950CF0ED1}"/>
          </ac:grpSpMkLst>
        </pc:grpChg>
        <pc:grpChg chg="mod">
          <ac:chgData name="Samuel Martins" userId="f8f09c98-71f0-450b-b670-36841d96801a" providerId="ADAL" clId="{97CB2284-6D10-5B49-AB99-EC048A932463}" dt="2021-10-15T12:55:03.904" v="3369"/>
          <ac:grpSpMkLst>
            <pc:docMk/>
            <pc:sldMk cId="165934972" sldId="1185"/>
            <ac:grpSpMk id="65" creationId="{298F07B9-42B7-2343-989B-EF605171CD27}"/>
          </ac:grpSpMkLst>
        </pc:grpChg>
        <pc:grpChg chg="mod">
          <ac:chgData name="Samuel Martins" userId="f8f09c98-71f0-450b-b670-36841d96801a" providerId="ADAL" clId="{97CB2284-6D10-5B49-AB99-EC048A932463}" dt="2021-10-15T12:55:03.904" v="3369"/>
          <ac:grpSpMkLst>
            <pc:docMk/>
            <pc:sldMk cId="165934972" sldId="1185"/>
            <ac:grpSpMk id="68" creationId="{8FAAA677-D36F-B349-9989-F7EECB7A41F1}"/>
          </ac:grpSpMkLst>
        </pc:grpChg>
        <pc:picChg chg="add mod modCrop">
          <ac:chgData name="Samuel Martins" userId="f8f09c98-71f0-450b-b670-36841d96801a" providerId="ADAL" clId="{97CB2284-6D10-5B49-AB99-EC048A932463}" dt="2021-10-15T12:55:38.450" v="3378" actId="1076"/>
          <ac:picMkLst>
            <pc:docMk/>
            <pc:sldMk cId="165934972" sldId="1185"/>
            <ac:picMk id="62" creationId="{D3DDC497-51AF-EC46-8C0B-6FE38B649B41}"/>
          </ac:picMkLst>
        </pc:picChg>
        <pc:cxnChg chg="mod">
          <ac:chgData name="Samuel Martins" userId="f8f09c98-71f0-450b-b670-36841d96801a" providerId="ADAL" clId="{97CB2284-6D10-5B49-AB99-EC048A932463}" dt="2021-10-15T12:55:15.425" v="3373" actId="478"/>
          <ac:cxnSpMkLst>
            <pc:docMk/>
            <pc:sldMk cId="165934972" sldId="1185"/>
            <ac:cxnSpMk id="66" creationId="{FD55600B-B328-0F4A-8449-E4E1FA9C3EB9}"/>
          </ac:cxnSpMkLst>
        </pc:cxnChg>
      </pc:sldChg>
      <pc:sldChg chg="add del">
        <pc:chgData name="Samuel Martins" userId="f8f09c98-71f0-450b-b670-36841d96801a" providerId="ADAL" clId="{97CB2284-6D10-5B49-AB99-EC048A932463}" dt="2021-10-15T12:47:34.662" v="3313"/>
        <pc:sldMkLst>
          <pc:docMk/>
          <pc:sldMk cId="698213258" sldId="1185"/>
        </pc:sldMkLst>
      </pc:sldChg>
      <pc:sldChg chg="delSp add del">
        <pc:chgData name="Samuel Martins" userId="f8f09c98-71f0-450b-b670-36841d96801a" providerId="ADAL" clId="{97CB2284-6D10-5B49-AB99-EC048A932463}" dt="2021-10-14T03:37:43.498" v="3294" actId="2696"/>
        <pc:sldMkLst>
          <pc:docMk/>
          <pc:sldMk cId="1682264048" sldId="1185"/>
        </pc:sldMkLst>
        <pc:spChg chg="del">
          <ac:chgData name="Samuel Martins" userId="f8f09c98-71f0-450b-b670-36841d96801a" providerId="ADAL" clId="{97CB2284-6D10-5B49-AB99-EC048A932463}" dt="2021-10-14T03:37:29.472" v="3292" actId="478"/>
          <ac:spMkLst>
            <pc:docMk/>
            <pc:sldMk cId="1682264048" sldId="1185"/>
            <ac:spMk id="2" creationId="{9440C37B-8F65-6E43-9E77-6A8168F2458E}"/>
          </ac:spMkLst>
        </pc:spChg>
        <pc:spChg chg="del">
          <ac:chgData name="Samuel Martins" userId="f8f09c98-71f0-450b-b670-36841d96801a" providerId="ADAL" clId="{97CB2284-6D10-5B49-AB99-EC048A932463}" dt="2021-10-14T03:37:22.833" v="3291" actId="478"/>
          <ac:spMkLst>
            <pc:docMk/>
            <pc:sldMk cId="1682264048" sldId="1185"/>
            <ac:spMk id="39" creationId="{F0EA6EBD-5F23-4446-8F61-B47C110B0069}"/>
          </ac:spMkLst>
        </pc:spChg>
        <pc:spChg chg="del">
          <ac:chgData name="Samuel Martins" userId="f8f09c98-71f0-450b-b670-36841d96801a" providerId="ADAL" clId="{97CB2284-6D10-5B49-AB99-EC048A932463}" dt="2021-10-14T03:37:29.472" v="3292" actId="478"/>
          <ac:spMkLst>
            <pc:docMk/>
            <pc:sldMk cId="1682264048" sldId="1185"/>
            <ac:spMk id="41" creationId="{85331B8D-CBDC-CB4D-8614-F7CD03F2CB91}"/>
          </ac:spMkLst>
        </pc:spChg>
        <pc:spChg chg="del">
          <ac:chgData name="Samuel Martins" userId="f8f09c98-71f0-450b-b670-36841d96801a" providerId="ADAL" clId="{97CB2284-6D10-5B49-AB99-EC048A932463}" dt="2021-10-14T03:37:31.416" v="3293" actId="478"/>
          <ac:spMkLst>
            <pc:docMk/>
            <pc:sldMk cId="1682264048" sldId="1185"/>
            <ac:spMk id="42" creationId="{1F610141-DC5A-6546-88B5-BC50DD73D606}"/>
          </ac:spMkLst>
        </pc:spChg>
        <pc:spChg chg="del">
          <ac:chgData name="Samuel Martins" userId="f8f09c98-71f0-450b-b670-36841d96801a" providerId="ADAL" clId="{97CB2284-6D10-5B49-AB99-EC048A932463}" dt="2021-10-14T03:37:22.833" v="3291" actId="478"/>
          <ac:spMkLst>
            <pc:docMk/>
            <pc:sldMk cId="1682264048" sldId="1185"/>
            <ac:spMk id="43" creationId="{97742A93-90BF-9E45-B2A2-687BFFAFE763}"/>
          </ac:spMkLst>
        </pc:spChg>
        <pc:cxnChg chg="del">
          <ac:chgData name="Samuel Martins" userId="f8f09c98-71f0-450b-b670-36841d96801a" providerId="ADAL" clId="{97CB2284-6D10-5B49-AB99-EC048A932463}" dt="2021-10-14T03:37:22.833" v="3291" actId="478"/>
          <ac:cxnSpMkLst>
            <pc:docMk/>
            <pc:sldMk cId="1682264048" sldId="1185"/>
            <ac:cxnSpMk id="6" creationId="{4842FA4E-E06D-E645-81F6-1A99BE3405A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1619B-7C12-9545-A1A0-FE1BC86CD0B9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4CEA7-2C43-E14C-9D2A-B9AABC1B2314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1" name="Google Shape;171;p1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33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61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54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29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60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25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81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145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3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720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17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239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54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60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40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949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60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496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3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335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1" name="Google Shape;171;p1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52944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CAE04-D94D-CF40-9E85-9278656119B5}" type="datetimeFigureOut">
              <a:rPr lang="pt-BR" smtClean="0"/>
              <a:t>30/10/2023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26F46-B417-CC4E-AC35-2C36D78E6BEE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/>
        </p:nvSpPr>
        <p:spPr>
          <a:xfrm>
            <a:off x="896724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p40"/>
          <p:cNvPicPr preferRelativeResize="0"/>
          <p:nvPr/>
        </p:nvPicPr>
        <p:blipFill rotWithShape="1">
          <a:blip r:embed="rId3"/>
          <a:srcRect l="6560" t="12703" r="7068" b="11590"/>
          <a:stretch>
            <a:fillRect/>
          </a:stretch>
        </p:blipFill>
        <p:spPr>
          <a:xfrm>
            <a:off x="10016640" y="5689440"/>
            <a:ext cx="1803600" cy="78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0"/>
          <p:cNvSpPr/>
          <p:nvPr/>
        </p:nvSpPr>
        <p:spPr>
          <a:xfrm>
            <a:off x="11400480" y="6422400"/>
            <a:ext cx="306720" cy="222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0"/>
          <p:cNvSpPr/>
          <p:nvPr/>
        </p:nvSpPr>
        <p:spPr>
          <a:xfrm>
            <a:off x="556350" y="798120"/>
            <a:ext cx="11079300" cy="1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INTI6 – Inteligência Artificial</a:t>
            </a:r>
            <a:endParaRPr sz="36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sp>
        <p:nvSpPr>
          <p:cNvPr id="178" name="Google Shape;178;p40"/>
          <p:cNvSpPr/>
          <p:nvPr/>
        </p:nvSpPr>
        <p:spPr>
          <a:xfrm>
            <a:off x="915608" y="3080142"/>
            <a:ext cx="1036078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600" dirty="0">
                <a:solidFill>
                  <a:srgbClr val="303030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K-Nearest Neighbors (KNN)</a:t>
            </a:r>
          </a:p>
        </p:txBody>
      </p:sp>
      <p:sp>
        <p:nvSpPr>
          <p:cNvPr id="179" name="Google Shape;179;p40"/>
          <p:cNvSpPr/>
          <p:nvPr/>
        </p:nvSpPr>
        <p:spPr>
          <a:xfrm>
            <a:off x="3580350" y="5459400"/>
            <a:ext cx="5031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00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noStrike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Prof. </a:t>
            </a:r>
            <a:r>
              <a:rPr lang="en-US" sz="2400" strike="noStrike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Dr. Samuel </a:t>
            </a:r>
            <a:r>
              <a:rPr lang="en-US" sz="2400" strike="noStrike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Martins (</a:t>
            </a:r>
            <a:r>
              <a:rPr lang="en-US" sz="2400" strike="noStrike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Samuka</a:t>
            </a:r>
            <a:r>
              <a:rPr lang="en-US" sz="2400" strike="noStrike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)</a:t>
            </a:r>
            <a:endParaRPr sz="2400" strike="noStrike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strike="noStrike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samuel.martins@ifsp.edu.br</a:t>
            </a:r>
            <a:endParaRPr sz="1600" strike="noStrike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</p:txBody>
      </p:sp>
      <p:pic>
        <p:nvPicPr>
          <p:cNvPr id="180" name="Google Shape;180;p4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71520" y="6034680"/>
            <a:ext cx="1306080" cy="45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424160" y="592560"/>
            <a:ext cx="1053360" cy="105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0"/>
          <p:cNvSpPr txBox="1"/>
          <p:nvPr/>
        </p:nvSpPr>
        <p:spPr>
          <a:xfrm>
            <a:off x="3108960" y="9181440"/>
            <a:ext cx="9010800" cy="6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https://www.flaticon.com/free-icon/brain_3617186?term=machine%20learning&amp;page=1&amp;position=2&amp;page=1&amp;position=2&amp;related_id=3617186&amp;origin=tag</a:t>
            </a:r>
            <a:endParaRPr sz="1800" b="0" strike="noStrike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595682" y="2284263"/>
            <a:ext cx="342439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pt-BR" sz="1600" b="1" dirty="0">
                <a:latin typeface="Candara" panose="020E0502030303020204" charset="0"/>
              </a:rPr>
              <a:t>Training Set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075253"/>
              </p:ext>
            </p:extLst>
          </p:nvPr>
        </p:nvGraphicFramePr>
        <p:xfrm>
          <a:off x="439393" y="2651760"/>
          <a:ext cx="373739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mean grade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wekly study hours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approved at a university?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0.9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0.5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2.2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9.00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7.2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6.5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8.00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69696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56" name="Group 155"/>
          <p:cNvGrpSpPr/>
          <p:nvPr/>
        </p:nvGrpSpPr>
        <p:grpSpPr>
          <a:xfrm>
            <a:off x="6402705" y="212788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364490" y="274955"/>
            <a:ext cx="137414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KNN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28014" y="875975"/>
            <a:ext cx="14630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Text Box 1"/>
          <p:cNvSpPr txBox="1"/>
          <p:nvPr/>
        </p:nvSpPr>
        <p:spPr>
          <a:xfrm>
            <a:off x="371475" y="1134110"/>
            <a:ext cx="7021830" cy="880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One of the simplest (</a:t>
            </a:r>
            <a:r>
              <a:rPr lang="en-US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instance-based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) classification algorithms.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works for binary or multiclass problems.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3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405923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No Training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678680" y="875975"/>
            <a:ext cx="28346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" name="Group 21"/>
          <p:cNvGrpSpPr/>
          <p:nvPr/>
        </p:nvGrpSpPr>
        <p:grpSpPr>
          <a:xfrm rot="21240000">
            <a:off x="8349212" y="3589289"/>
            <a:ext cx="2444750" cy="584835"/>
            <a:chOff x="6928" y="9296"/>
            <a:chExt cx="3850" cy="921"/>
          </a:xfrm>
        </p:grpSpPr>
        <p:sp>
          <p:nvSpPr>
            <p:cNvPr id="23" name="Text Box 7"/>
            <p:cNvSpPr txBox="1"/>
            <p:nvPr/>
          </p:nvSpPr>
          <p:spPr>
            <a:xfrm>
              <a:off x="6928" y="9296"/>
              <a:ext cx="3850" cy="92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marL="457200" lvl="1"/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KNN </a:t>
              </a:r>
              <a:r>
                <a:rPr lang="en-US" sz="1600" b="1" dirty="0">
                  <a:latin typeface="Candara" panose="020E0502030303020204" charset="0"/>
                  <a:cs typeface="Candara" panose="020E0502030303020204" charset="0"/>
                </a:rPr>
                <a:t>does not 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learn any model.</a:t>
              </a:r>
              <a:endParaRPr lang="en-US" sz="16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endParaRPr>
            </a:p>
          </p:txBody>
        </p:sp>
        <p:pic>
          <p:nvPicPr>
            <p:cNvPr id="24" name="Picture 23" descr="pngwing.co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4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Box 1"/>
          <p:cNvSpPr txBox="1"/>
          <p:nvPr/>
        </p:nvSpPr>
        <p:spPr>
          <a:xfrm>
            <a:off x="7404100" y="245935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New test sample</a:t>
            </a:r>
          </a:p>
        </p:txBody>
      </p:sp>
      <p:cxnSp>
        <p:nvCxnSpPr>
          <p:cNvPr id="6" name="Straight Arrow Connector 5"/>
          <p:cNvCxnSpPr>
            <a:stCxn id="8" idx="1"/>
          </p:cNvCxnSpPr>
          <p:nvPr/>
        </p:nvCxnSpPr>
        <p:spPr>
          <a:xfrm flipH="1" flipV="1">
            <a:off x="8270240" y="2827655"/>
            <a:ext cx="444500" cy="295275"/>
          </a:xfrm>
          <a:prstGeom prst="straightConnector1">
            <a:avLst/>
          </a:prstGeom>
          <a:ln>
            <a:solidFill>
              <a:srgbClr val="696969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ross 7"/>
          <p:cNvSpPr/>
          <p:nvPr/>
        </p:nvSpPr>
        <p:spPr>
          <a:xfrm>
            <a:off x="8714740" y="303466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5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Box 1"/>
          <p:cNvSpPr txBox="1"/>
          <p:nvPr/>
        </p:nvSpPr>
        <p:spPr>
          <a:xfrm>
            <a:off x="10728325" y="3336290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9" name="Rectangle 38"/>
          <p:cNvSpPr/>
          <p:nvPr/>
        </p:nvSpPr>
        <p:spPr>
          <a:xfrm>
            <a:off x="349885" y="1266825"/>
            <a:ext cx="56159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50" name="Cross 49"/>
          <p:cNvSpPr/>
          <p:nvPr/>
        </p:nvSpPr>
        <p:spPr>
          <a:xfrm>
            <a:off x="8714740" y="303466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6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ectangle 38"/>
          <p:cNvSpPr/>
          <p:nvPr/>
        </p:nvSpPr>
        <p:spPr>
          <a:xfrm>
            <a:off x="349885" y="1266825"/>
            <a:ext cx="56159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Step 2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: Take the K nearest neighbors of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according to a given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distance measure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(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e.g.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Euclidean);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50" name="Cross 49"/>
          <p:cNvSpPr/>
          <p:nvPr/>
        </p:nvSpPr>
        <p:spPr>
          <a:xfrm>
            <a:off x="8714740" y="303466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 rot="20520000">
            <a:off x="8389620" y="2753360"/>
            <a:ext cx="955040" cy="474345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"/>
          <p:cNvSpPr txBox="1"/>
          <p:nvPr/>
        </p:nvSpPr>
        <p:spPr>
          <a:xfrm>
            <a:off x="10728325" y="3336290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7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ectangle 38"/>
          <p:cNvSpPr/>
          <p:nvPr/>
        </p:nvSpPr>
        <p:spPr>
          <a:xfrm>
            <a:off x="349885" y="1266825"/>
            <a:ext cx="561594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Step 2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: Take the K nearest neighbors of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according to a given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distance measure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(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e.g.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Euclidean);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3: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Among these K neighbors,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count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number of training instances in each class/category.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50" name="Cross 49"/>
          <p:cNvSpPr/>
          <p:nvPr/>
        </p:nvSpPr>
        <p:spPr>
          <a:xfrm>
            <a:off x="8714740" y="303466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 rot="20520000">
            <a:off x="8389620" y="2753360"/>
            <a:ext cx="955040" cy="474345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"/>
          <p:cNvSpPr txBox="1"/>
          <p:nvPr/>
        </p:nvSpPr>
        <p:spPr>
          <a:xfrm>
            <a:off x="10728325" y="3336290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14" name="Text Box 1"/>
          <p:cNvSpPr txBox="1"/>
          <p:nvPr/>
        </p:nvSpPr>
        <p:spPr>
          <a:xfrm>
            <a:off x="10699115" y="4191635"/>
            <a:ext cx="1040130" cy="7052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0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FC391"/>
                </a:solidFill>
                <a:latin typeface="Candara" panose="020E0502030303020204" charset="0"/>
                <a:cs typeface="Candara" panose="020E0502030303020204" charset="0"/>
              </a:rPr>
              <a:t>Yes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3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8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ectangle 38"/>
          <p:cNvSpPr/>
          <p:nvPr/>
        </p:nvSpPr>
        <p:spPr>
          <a:xfrm>
            <a:off x="349885" y="1266825"/>
            <a:ext cx="561594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Step 2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: Take the K nearest neighbors of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according to a given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distance measure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(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e.g.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Euclidean);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3: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Among these K neighbors,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count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number of training instances in each class/category.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4: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Assign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test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to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the most frequent class</a:t>
            </a:r>
            <a:r>
              <a:rPr lang="en-US" sz="1600" dirty="0">
                <a:latin typeface="Candara" panose="020E0502030303020204" charset="0"/>
                <a:cs typeface="Candara" panose="020E0502030303020204" charset="0"/>
                <a:sym typeface="+mn-ea"/>
              </a:rPr>
              <a:t> (majority voting)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50" name="Cross 49"/>
          <p:cNvSpPr/>
          <p:nvPr/>
        </p:nvSpPr>
        <p:spPr>
          <a:xfrm>
            <a:off x="8714740" y="3034665"/>
            <a:ext cx="176530" cy="176530"/>
          </a:xfrm>
          <a:prstGeom prst="plus">
            <a:avLst/>
          </a:prstGeom>
          <a:solidFill>
            <a:srgbClr val="0FC391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 rot="20520000">
            <a:off x="8389620" y="2753360"/>
            <a:ext cx="955040" cy="474345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Box 1"/>
          <p:cNvSpPr txBox="1"/>
          <p:nvPr/>
        </p:nvSpPr>
        <p:spPr>
          <a:xfrm>
            <a:off x="10728325" y="3336290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17" name="Text Box 1"/>
          <p:cNvSpPr txBox="1"/>
          <p:nvPr/>
        </p:nvSpPr>
        <p:spPr>
          <a:xfrm>
            <a:off x="10840085" y="4191635"/>
            <a:ext cx="75819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0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FC391"/>
                </a:solidFill>
                <a:latin typeface="Candara" panose="020E0502030303020204" charset="0"/>
                <a:cs typeface="Candara" panose="020E0502030303020204" charset="0"/>
              </a:rPr>
              <a:t>Yes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3</a:t>
            </a:r>
          </a:p>
        </p:txBody>
      </p:sp>
      <p:sp>
        <p:nvSpPr>
          <p:cNvPr id="18" name="Text Box 1"/>
          <p:cNvSpPr txBox="1"/>
          <p:nvPr/>
        </p:nvSpPr>
        <p:spPr>
          <a:xfrm>
            <a:off x="10699115" y="2797810"/>
            <a:ext cx="10401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FC391"/>
                </a:solidFill>
                <a:latin typeface="Candara" panose="020E0502030303020204" charset="0"/>
                <a:cs typeface="Candara" panose="020E0502030303020204" charset="0"/>
              </a:rPr>
              <a:t>Yes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9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ectangle 38"/>
          <p:cNvSpPr/>
          <p:nvPr/>
        </p:nvSpPr>
        <p:spPr>
          <a:xfrm>
            <a:off x="349885" y="1266825"/>
            <a:ext cx="561594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Step 2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: Take the K nearest neighbors of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according to a given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distance measure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(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e.g.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Euclidean);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3: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Among these K neighbors,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count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number of training instances in each class/category.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4: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Assign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test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to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the most frequent class</a:t>
            </a:r>
            <a:r>
              <a:rPr lang="en-US" sz="1600" dirty="0">
                <a:latin typeface="Candara" panose="020E0502030303020204" charset="0"/>
                <a:cs typeface="Candara" panose="020E0502030303020204" charset="0"/>
                <a:sym typeface="+mn-ea"/>
              </a:rPr>
              <a:t> (majority voting)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14" name="Cross 13"/>
          <p:cNvSpPr/>
          <p:nvPr/>
        </p:nvSpPr>
        <p:spPr>
          <a:xfrm>
            <a:off x="8370570" y="355282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10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Box 1"/>
          <p:cNvSpPr txBox="1"/>
          <p:nvPr/>
        </p:nvSpPr>
        <p:spPr>
          <a:xfrm>
            <a:off x="10728325" y="3336290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1</a:t>
            </a:r>
          </a:p>
        </p:txBody>
      </p:sp>
      <p:sp>
        <p:nvSpPr>
          <p:cNvPr id="9" name="Rectangle 38"/>
          <p:cNvSpPr/>
          <p:nvPr/>
        </p:nvSpPr>
        <p:spPr>
          <a:xfrm>
            <a:off x="349885" y="1266825"/>
            <a:ext cx="561594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Step 2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: Take the K nearest neighbors of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according to a given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distance measure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(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e.g.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Euclidean);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3: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Among these K neighbors,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count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number of training instances in each class/category.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4: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Assign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test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to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the most frequent class</a:t>
            </a:r>
            <a:r>
              <a:rPr lang="en-US" sz="1600" dirty="0">
                <a:latin typeface="Candara" panose="020E0502030303020204" charset="0"/>
                <a:cs typeface="Candara" panose="020E0502030303020204" charset="0"/>
                <a:sym typeface="+mn-ea"/>
              </a:rPr>
              <a:t> (majority voting)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14" name="Cross 13"/>
          <p:cNvSpPr/>
          <p:nvPr/>
        </p:nvSpPr>
        <p:spPr>
          <a:xfrm>
            <a:off x="8370570" y="355282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 rot="20520000">
            <a:off x="8283575" y="3441065"/>
            <a:ext cx="558800" cy="370205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"/>
          <p:cNvSpPr txBox="1"/>
          <p:nvPr/>
        </p:nvSpPr>
        <p:spPr>
          <a:xfrm>
            <a:off x="10699115" y="2797810"/>
            <a:ext cx="10401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FC391"/>
                </a:solidFill>
                <a:latin typeface="Candara" panose="020E0502030303020204" charset="0"/>
                <a:cs typeface="Candara" panose="020E0502030303020204" charset="0"/>
              </a:rPr>
              <a:t>Yes</a:t>
            </a:r>
          </a:p>
        </p:txBody>
      </p:sp>
      <p:sp>
        <p:nvSpPr>
          <p:cNvPr id="17" name="Text Box 1"/>
          <p:cNvSpPr txBox="1"/>
          <p:nvPr/>
        </p:nvSpPr>
        <p:spPr>
          <a:xfrm>
            <a:off x="10840085" y="4191635"/>
            <a:ext cx="75819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0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FC391"/>
                </a:solidFill>
                <a:latin typeface="Candara" panose="020E0502030303020204" charset="0"/>
                <a:cs typeface="Candara" panose="020E0502030303020204" charset="0"/>
              </a:rPr>
              <a:t>Yes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1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11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Box 1"/>
          <p:cNvSpPr txBox="1"/>
          <p:nvPr/>
        </p:nvSpPr>
        <p:spPr>
          <a:xfrm>
            <a:off x="10728325" y="3336290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9" name="Rectangle 38"/>
          <p:cNvSpPr/>
          <p:nvPr/>
        </p:nvSpPr>
        <p:spPr>
          <a:xfrm>
            <a:off x="349885" y="1266825"/>
            <a:ext cx="561594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Step 2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: Take the K nearest neighbors of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according to a given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distance measure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(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e.g.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Euclidean);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3: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Among these K neighbors,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count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number of training instances in each class/category.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4: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Assign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test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to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the most frequent class</a:t>
            </a:r>
            <a:r>
              <a:rPr lang="en-US" sz="1600" dirty="0">
                <a:latin typeface="Candara" panose="020E0502030303020204" charset="0"/>
                <a:cs typeface="Candara" panose="020E0502030303020204" charset="0"/>
                <a:sym typeface="+mn-ea"/>
              </a:rPr>
              <a:t> (majority voting)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14" name="Cross 13"/>
          <p:cNvSpPr/>
          <p:nvPr/>
        </p:nvSpPr>
        <p:spPr>
          <a:xfrm>
            <a:off x="8370570" y="355282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 rot="19500000">
            <a:off x="7955915" y="3518535"/>
            <a:ext cx="919480" cy="603250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"/>
          <p:cNvSpPr txBox="1"/>
          <p:nvPr/>
        </p:nvSpPr>
        <p:spPr>
          <a:xfrm>
            <a:off x="10699115" y="2797810"/>
            <a:ext cx="10401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</a:t>
            </a:r>
          </a:p>
        </p:txBody>
      </p:sp>
      <p:sp>
        <p:nvSpPr>
          <p:cNvPr id="17" name="Text Box 1"/>
          <p:cNvSpPr txBox="1"/>
          <p:nvPr/>
        </p:nvSpPr>
        <p:spPr>
          <a:xfrm>
            <a:off x="10840085" y="4191635"/>
            <a:ext cx="75819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2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FC391"/>
                </a:solidFill>
                <a:latin typeface="Candara" panose="020E0502030303020204" charset="0"/>
                <a:cs typeface="Candara" panose="020E0502030303020204" charset="0"/>
              </a:rPr>
              <a:t>Yes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1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12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38" name="TextBox 37"/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/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/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6" name="Oval 65"/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Oval 66"/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Oval 67"/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Oval 69"/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Oval 70"/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Oval 72"/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Oval 74"/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Oval 75"/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Oval 76"/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Oval 78"/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37"/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37" name="Group 36"/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39" name="Straight Arrow Connector 38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TextBox 37"/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06" name="TextBox 37"/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07" name="TextBox 37"/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08" name="TextBox 37"/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9" name="TextBox 37"/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10" name="TextBox 37"/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11" name="TextBox 37"/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12" name="TextBox 37"/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13" name="TextBox 37"/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14" name="TextBox 37"/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15" name="TextBox 37"/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91" name="Straight Arrow Connector 90"/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37"/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117" name="TextBox 37"/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118" name="TextBox 37"/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119" name="TextBox 37"/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20" name="TextBox 37"/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21" name="TextBox 37"/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22" name="TextBox 37"/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23" name="TextBox 37"/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24" name="TextBox 37"/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25" name="TextBox 37"/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27" name="TextBox 37"/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2" name="Isosceles Triangle 131"/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/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Isosceles Triangle 135"/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136"/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Isosceles Triangle 137"/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Isosceles Triangle 138"/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2" name="Oval 141"/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9" name="Text Box 1"/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 Box 1"/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153" name="Rectangles 152"/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8" name="Google Shape;208;p43"/>
          <p:cNvSpPr/>
          <p:nvPr/>
        </p:nvSpPr>
        <p:spPr>
          <a:xfrm>
            <a:off x="4516120" y="274955"/>
            <a:ext cx="31597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Classification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312920" y="875975"/>
            <a:ext cx="356616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Box 1"/>
          <p:cNvSpPr txBox="1"/>
          <p:nvPr/>
        </p:nvSpPr>
        <p:spPr>
          <a:xfrm>
            <a:off x="10728325" y="3336290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9" name="Rectangle 38"/>
          <p:cNvSpPr/>
          <p:nvPr/>
        </p:nvSpPr>
        <p:spPr>
          <a:xfrm>
            <a:off x="349885" y="1266825"/>
            <a:ext cx="561594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Step 1: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Choose the number </a:t>
            </a: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</a:rPr>
              <a:t>K of neighbors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Step 2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: Take the K nearest neighbors of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according to a given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distance measure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(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e.g.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Euclidean);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3: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Among these K neighbors,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count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number of training instances in each class/category.</a:t>
            </a:r>
          </a:p>
          <a:p>
            <a:pPr marL="285750" indent="-285750" algn="just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Step 4: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Assign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new test 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to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  <a:sym typeface="+mn-ea"/>
              </a:rPr>
              <a:t>the most frequent class</a:t>
            </a:r>
            <a:r>
              <a:rPr lang="en-US" sz="1600" dirty="0">
                <a:latin typeface="Candara" panose="020E0502030303020204" charset="0"/>
                <a:cs typeface="Candara" panose="020E0502030303020204" charset="0"/>
                <a:sym typeface="+mn-ea"/>
              </a:rPr>
              <a:t> (majority voting)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Box 1"/>
          <p:cNvSpPr txBox="1"/>
          <p:nvPr/>
        </p:nvSpPr>
        <p:spPr>
          <a:xfrm>
            <a:off x="3016250" y="1059815"/>
            <a:ext cx="1423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hyperparameter</a:t>
            </a:r>
          </a:p>
        </p:txBody>
      </p:sp>
      <p:sp>
        <p:nvSpPr>
          <p:cNvPr id="14" name="Cross 13"/>
          <p:cNvSpPr/>
          <p:nvPr/>
        </p:nvSpPr>
        <p:spPr>
          <a:xfrm>
            <a:off x="8370570" y="355282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 rot="19500000">
            <a:off x="7955915" y="3518535"/>
            <a:ext cx="919480" cy="603250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"/>
          <p:cNvSpPr txBox="1"/>
          <p:nvPr/>
        </p:nvSpPr>
        <p:spPr>
          <a:xfrm>
            <a:off x="10699115" y="2797810"/>
            <a:ext cx="10401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</a:t>
            </a:r>
          </a:p>
        </p:txBody>
      </p:sp>
      <p:sp>
        <p:nvSpPr>
          <p:cNvPr id="17" name="Text Box 1"/>
          <p:cNvSpPr txBox="1"/>
          <p:nvPr/>
        </p:nvSpPr>
        <p:spPr>
          <a:xfrm>
            <a:off x="10840085" y="4191635"/>
            <a:ext cx="75819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2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FC391"/>
                </a:solidFill>
                <a:latin typeface="Candara" panose="020E0502030303020204" charset="0"/>
                <a:cs typeface="Candara" panose="020E0502030303020204" charset="0"/>
              </a:rPr>
              <a:t>Yes =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E0BDF-1231-FB42-9CE8-70D316D6E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1" y="5510184"/>
            <a:ext cx="5745163" cy="49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4566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13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Common Distance Measures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621281" y="875975"/>
            <a:ext cx="6949438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6631031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14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Common Distance Measures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621281" y="875975"/>
            <a:ext cx="6949438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7E73DB5-3312-2C49-B2B0-BA1E2108CB78}"/>
              </a:ext>
            </a:extLst>
          </p:cNvPr>
          <p:cNvGrpSpPr/>
          <p:nvPr/>
        </p:nvGrpSpPr>
        <p:grpSpPr>
          <a:xfrm>
            <a:off x="721234" y="1244573"/>
            <a:ext cx="1874380" cy="2244095"/>
            <a:chOff x="1057784" y="1244573"/>
            <a:chExt cx="1874380" cy="22440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C8FF57C-D105-4248-A1E1-B0DA80DB5CB5}"/>
                </a:ext>
              </a:extLst>
            </p:cNvPr>
            <p:cNvGrpSpPr/>
            <p:nvPr/>
          </p:nvGrpSpPr>
          <p:grpSpPr>
            <a:xfrm>
              <a:off x="1057784" y="1244573"/>
              <a:ext cx="1874380" cy="2226695"/>
              <a:chOff x="1249066" y="1274511"/>
              <a:chExt cx="1874380" cy="222669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6812501-3E54-7F40-A188-1354CC755224}"/>
                  </a:ext>
                </a:extLst>
              </p:cNvPr>
              <p:cNvGrpSpPr/>
              <p:nvPr/>
            </p:nvGrpSpPr>
            <p:grpSpPr>
              <a:xfrm>
                <a:off x="1537693" y="1905533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4F21ABA-503A-0644-95D4-B3A375C051A4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4271E814-8A6D-A046-94B6-A7815CF1425A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B7EFDD5A-CE45-1644-BABA-CA25ABF2E22E}"/>
                    </a:ext>
                  </a:extLst>
                </p:cNvPr>
                <p:cNvCxnSpPr>
                  <a:cxnSpLocks/>
                  <a:stCxn id="18" idx="5"/>
                  <a:endCxn id="140" idx="1"/>
                </p:cNvCxnSpPr>
                <p:nvPr/>
              </p:nvCxnSpPr>
              <p:spPr>
                <a:xfrm>
                  <a:off x="1616063" y="2107770"/>
                  <a:ext cx="928970" cy="94881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2BA504-7DB6-1E4C-B44B-3AB0AC76586E}"/>
                  </a:ext>
                </a:extLst>
              </p:cNvPr>
              <p:cNvSpPr txBox="1"/>
              <p:nvPr/>
            </p:nvSpPr>
            <p:spPr>
              <a:xfrm>
                <a:off x="1529666" y="1274511"/>
                <a:ext cx="1313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Euclidean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503A2E-36AF-1145-9A0D-37DDFDA680FB}"/>
                  </a:ext>
                </a:extLst>
              </p:cNvPr>
              <p:cNvSpPr/>
              <p:nvPr/>
            </p:nvSpPr>
            <p:spPr>
              <a:xfrm>
                <a:off x="1249066" y="1626826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9D17439-AB49-8641-B44A-CFC9B18CB907}"/>
                </a:ext>
              </a:extLst>
            </p:cNvPr>
            <p:cNvSpPr txBox="1"/>
            <p:nvPr/>
          </p:nvSpPr>
          <p:spPr>
            <a:xfrm>
              <a:off x="131259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D2FAE0A-EE43-5F48-A4CD-D09E4D2444F6}"/>
                </a:ext>
              </a:extLst>
            </p:cNvPr>
            <p:cNvSpPr txBox="1"/>
            <p:nvPr/>
          </p:nvSpPr>
          <p:spPr>
            <a:xfrm>
              <a:off x="238646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/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blipFill>
                <a:blip r:embed="rId3"/>
                <a:stretch>
                  <a:fillRect l="-2030" t="-66279" b="-111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Rectangle 38">
            <a:extLst>
              <a:ext uri="{FF2B5EF4-FFF2-40B4-BE49-F238E27FC236}">
                <a16:creationId xmlns:a16="http://schemas.microsoft.com/office/drawing/2014/main" id="{79A12AAB-3715-0F48-BA69-AE945027FB7C}"/>
              </a:ext>
            </a:extLst>
          </p:cNvPr>
          <p:cNvSpPr/>
          <p:nvPr/>
        </p:nvSpPr>
        <p:spPr>
          <a:xfrm>
            <a:off x="328154" y="4654495"/>
            <a:ext cx="29471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Common distance measure;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Suitable for low-dimensional data;</a:t>
            </a:r>
          </a:p>
        </p:txBody>
      </p:sp>
    </p:spTree>
    <p:extLst>
      <p:ext uri="{BB962C8B-B14F-4D97-AF65-F5344CB8AC3E}">
        <p14:creationId xmlns:p14="http://schemas.microsoft.com/office/powerpoint/2010/main" val="305718168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15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Common Distance Measures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621281" y="875975"/>
            <a:ext cx="6949438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7E73DB5-3312-2C49-B2B0-BA1E2108CB78}"/>
              </a:ext>
            </a:extLst>
          </p:cNvPr>
          <p:cNvGrpSpPr/>
          <p:nvPr/>
        </p:nvGrpSpPr>
        <p:grpSpPr>
          <a:xfrm>
            <a:off x="721234" y="1244573"/>
            <a:ext cx="1874380" cy="2244095"/>
            <a:chOff x="1057784" y="1244573"/>
            <a:chExt cx="1874380" cy="22440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C8FF57C-D105-4248-A1E1-B0DA80DB5CB5}"/>
                </a:ext>
              </a:extLst>
            </p:cNvPr>
            <p:cNvGrpSpPr/>
            <p:nvPr/>
          </p:nvGrpSpPr>
          <p:grpSpPr>
            <a:xfrm>
              <a:off x="1057784" y="1244573"/>
              <a:ext cx="1874380" cy="2226695"/>
              <a:chOff x="1249066" y="1274511"/>
              <a:chExt cx="1874380" cy="222669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6812501-3E54-7F40-A188-1354CC755224}"/>
                  </a:ext>
                </a:extLst>
              </p:cNvPr>
              <p:cNvGrpSpPr/>
              <p:nvPr/>
            </p:nvGrpSpPr>
            <p:grpSpPr>
              <a:xfrm>
                <a:off x="1537693" y="1905533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4F21ABA-503A-0644-95D4-B3A375C051A4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4271E814-8A6D-A046-94B6-A7815CF1425A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B7EFDD5A-CE45-1644-BABA-CA25ABF2E22E}"/>
                    </a:ext>
                  </a:extLst>
                </p:cNvPr>
                <p:cNvCxnSpPr>
                  <a:cxnSpLocks/>
                  <a:stCxn id="18" idx="5"/>
                  <a:endCxn id="140" idx="1"/>
                </p:cNvCxnSpPr>
                <p:nvPr/>
              </p:nvCxnSpPr>
              <p:spPr>
                <a:xfrm>
                  <a:off x="1616063" y="2107770"/>
                  <a:ext cx="928970" cy="94881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2BA504-7DB6-1E4C-B44B-3AB0AC76586E}"/>
                  </a:ext>
                </a:extLst>
              </p:cNvPr>
              <p:cNvSpPr txBox="1"/>
              <p:nvPr/>
            </p:nvSpPr>
            <p:spPr>
              <a:xfrm>
                <a:off x="1529666" y="1274511"/>
                <a:ext cx="1313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Euclidean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503A2E-36AF-1145-9A0D-37DDFDA680FB}"/>
                  </a:ext>
                </a:extLst>
              </p:cNvPr>
              <p:cNvSpPr/>
              <p:nvPr/>
            </p:nvSpPr>
            <p:spPr>
              <a:xfrm>
                <a:off x="1249066" y="1626826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9D17439-AB49-8641-B44A-CFC9B18CB907}"/>
                </a:ext>
              </a:extLst>
            </p:cNvPr>
            <p:cNvSpPr txBox="1"/>
            <p:nvPr/>
          </p:nvSpPr>
          <p:spPr>
            <a:xfrm>
              <a:off x="131259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D2FAE0A-EE43-5F48-A4CD-D09E4D2444F6}"/>
                </a:ext>
              </a:extLst>
            </p:cNvPr>
            <p:cNvSpPr txBox="1"/>
            <p:nvPr/>
          </p:nvSpPr>
          <p:spPr>
            <a:xfrm>
              <a:off x="238646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4B93266-2874-4241-912E-295231A50F2A}"/>
              </a:ext>
            </a:extLst>
          </p:cNvPr>
          <p:cNvGrpSpPr/>
          <p:nvPr/>
        </p:nvGrpSpPr>
        <p:grpSpPr>
          <a:xfrm>
            <a:off x="3676912" y="1244573"/>
            <a:ext cx="1874380" cy="2244095"/>
            <a:chOff x="3791802" y="1244573"/>
            <a:chExt cx="1874380" cy="224409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22A9CD0-7A96-7A46-81AE-CD23640858C2}"/>
                </a:ext>
              </a:extLst>
            </p:cNvPr>
            <p:cNvGrpSpPr/>
            <p:nvPr/>
          </p:nvGrpSpPr>
          <p:grpSpPr>
            <a:xfrm>
              <a:off x="3791802" y="1244573"/>
              <a:ext cx="1874380" cy="2226695"/>
              <a:chOff x="2783159" y="3595024"/>
              <a:chExt cx="1874380" cy="2226695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A11883C0-78F6-E248-A12E-FC43B7441DA2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17E1EE0B-5480-614F-8DF0-C404ECFB680C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DC6DFB71-0D4A-FC4D-A41D-2F0DF6C04037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85BFCD8E-606A-F240-B46D-6B7E0D08EE2A}"/>
                  </a:ext>
                </a:extLst>
              </p:cNvPr>
              <p:cNvSpPr txBox="1"/>
              <p:nvPr/>
            </p:nvSpPr>
            <p:spPr>
              <a:xfrm>
                <a:off x="2998038" y="3595024"/>
                <a:ext cx="1444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Manhattan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D0D211E-ADB6-814E-9C46-02CAD181776B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26" name="Elbow Connector 25">
                <a:extLst>
                  <a:ext uri="{FF2B5EF4-FFF2-40B4-BE49-F238E27FC236}">
                    <a16:creationId xmlns:a16="http://schemas.microsoft.com/office/drawing/2014/main" id="{6359F053-B0D0-F548-965A-611014D320F9}"/>
                  </a:ext>
                </a:extLst>
              </p:cNvPr>
              <p:cNvCxnSpPr>
                <a:cxnSpLocks/>
                <a:stCxn id="159" idx="0"/>
                <a:endCxn id="158" idx="6"/>
              </p:cNvCxnSpPr>
              <p:nvPr/>
            </p:nvCxnSpPr>
            <p:spPr>
              <a:xfrm rot="16200000" flipV="1">
                <a:off x="3277528" y="4343797"/>
                <a:ext cx="993475" cy="973635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336ACC44-9D3C-3D49-9FD8-2C1304BD4ED1}"/>
                </a:ext>
              </a:extLst>
            </p:cNvPr>
            <p:cNvSpPr txBox="1"/>
            <p:nvPr/>
          </p:nvSpPr>
          <p:spPr>
            <a:xfrm>
              <a:off x="4048680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E35D7AD5-D5A0-344E-9F27-CE349E18D160}"/>
                </a:ext>
              </a:extLst>
            </p:cNvPr>
            <p:cNvSpPr txBox="1"/>
            <p:nvPr/>
          </p:nvSpPr>
          <p:spPr>
            <a:xfrm>
              <a:off x="5122550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/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blipFill>
                <a:blip r:embed="rId3"/>
                <a:stretch>
                  <a:fillRect l="-2030" t="-66279" b="-111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/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blipFill>
                <a:blip r:embed="rId4"/>
                <a:stretch>
                  <a:fillRect l="-1754" t="-118333" b="-17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Rectangle 38">
            <a:extLst>
              <a:ext uri="{FF2B5EF4-FFF2-40B4-BE49-F238E27FC236}">
                <a16:creationId xmlns:a16="http://schemas.microsoft.com/office/drawing/2014/main" id="{79A12AAB-3715-0F48-BA69-AE945027FB7C}"/>
              </a:ext>
            </a:extLst>
          </p:cNvPr>
          <p:cNvSpPr/>
          <p:nvPr/>
        </p:nvSpPr>
        <p:spPr>
          <a:xfrm>
            <a:off x="328154" y="4654495"/>
            <a:ext cx="29471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Common distance measure;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Suitable for low-dimensional data;</a:t>
            </a:r>
          </a:p>
        </p:txBody>
      </p:sp>
      <p:sp>
        <p:nvSpPr>
          <p:cNvPr id="236" name="Rectangle 38">
            <a:extLst>
              <a:ext uri="{FF2B5EF4-FFF2-40B4-BE49-F238E27FC236}">
                <a16:creationId xmlns:a16="http://schemas.microsoft.com/office/drawing/2014/main" id="{903E40F4-B663-8B46-9E70-95E47F9BAD4E}"/>
              </a:ext>
            </a:extLst>
          </p:cNvPr>
          <p:cNvSpPr/>
          <p:nvPr/>
        </p:nvSpPr>
        <p:spPr>
          <a:xfrm>
            <a:off x="3283831" y="4654495"/>
            <a:ext cx="29708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quite well when your data has discrete and/or binary attributes;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ok for high-dimensional data;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Less intuitive than Euclidean distance;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In general, give a higher distance value than Euclidean distance;</a:t>
            </a:r>
          </a:p>
        </p:txBody>
      </p:sp>
    </p:spTree>
    <p:extLst>
      <p:ext uri="{BB962C8B-B14F-4D97-AF65-F5344CB8AC3E}">
        <p14:creationId xmlns:p14="http://schemas.microsoft.com/office/powerpoint/2010/main" val="81305046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16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Common Distance Measures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621281" y="875975"/>
            <a:ext cx="6949438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7E73DB5-3312-2C49-B2B0-BA1E2108CB78}"/>
              </a:ext>
            </a:extLst>
          </p:cNvPr>
          <p:cNvGrpSpPr/>
          <p:nvPr/>
        </p:nvGrpSpPr>
        <p:grpSpPr>
          <a:xfrm>
            <a:off x="721234" y="1244573"/>
            <a:ext cx="1874380" cy="2244095"/>
            <a:chOff x="1057784" y="1244573"/>
            <a:chExt cx="1874380" cy="22440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C8FF57C-D105-4248-A1E1-B0DA80DB5CB5}"/>
                </a:ext>
              </a:extLst>
            </p:cNvPr>
            <p:cNvGrpSpPr/>
            <p:nvPr/>
          </p:nvGrpSpPr>
          <p:grpSpPr>
            <a:xfrm>
              <a:off x="1057784" y="1244573"/>
              <a:ext cx="1874380" cy="2226695"/>
              <a:chOff x="1249066" y="1274511"/>
              <a:chExt cx="1874380" cy="222669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6812501-3E54-7F40-A188-1354CC755224}"/>
                  </a:ext>
                </a:extLst>
              </p:cNvPr>
              <p:cNvGrpSpPr/>
              <p:nvPr/>
            </p:nvGrpSpPr>
            <p:grpSpPr>
              <a:xfrm>
                <a:off x="1537693" y="1905533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4F21ABA-503A-0644-95D4-B3A375C051A4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4271E814-8A6D-A046-94B6-A7815CF1425A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B7EFDD5A-CE45-1644-BABA-CA25ABF2E22E}"/>
                    </a:ext>
                  </a:extLst>
                </p:cNvPr>
                <p:cNvCxnSpPr>
                  <a:cxnSpLocks/>
                  <a:stCxn id="18" idx="5"/>
                  <a:endCxn id="140" idx="1"/>
                </p:cNvCxnSpPr>
                <p:nvPr/>
              </p:nvCxnSpPr>
              <p:spPr>
                <a:xfrm>
                  <a:off x="1616063" y="2107770"/>
                  <a:ext cx="928970" cy="94881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2BA504-7DB6-1E4C-B44B-3AB0AC76586E}"/>
                  </a:ext>
                </a:extLst>
              </p:cNvPr>
              <p:cNvSpPr txBox="1"/>
              <p:nvPr/>
            </p:nvSpPr>
            <p:spPr>
              <a:xfrm>
                <a:off x="1529666" y="1274511"/>
                <a:ext cx="1313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Euclidean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503A2E-36AF-1145-9A0D-37DDFDA680FB}"/>
                  </a:ext>
                </a:extLst>
              </p:cNvPr>
              <p:cNvSpPr/>
              <p:nvPr/>
            </p:nvSpPr>
            <p:spPr>
              <a:xfrm>
                <a:off x="1249066" y="1626826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9D17439-AB49-8641-B44A-CFC9B18CB907}"/>
                </a:ext>
              </a:extLst>
            </p:cNvPr>
            <p:cNvSpPr txBox="1"/>
            <p:nvPr/>
          </p:nvSpPr>
          <p:spPr>
            <a:xfrm>
              <a:off x="131259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D2FAE0A-EE43-5F48-A4CD-D09E4D2444F6}"/>
                </a:ext>
              </a:extLst>
            </p:cNvPr>
            <p:cNvSpPr txBox="1"/>
            <p:nvPr/>
          </p:nvSpPr>
          <p:spPr>
            <a:xfrm>
              <a:off x="238646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4B93266-2874-4241-912E-295231A50F2A}"/>
              </a:ext>
            </a:extLst>
          </p:cNvPr>
          <p:cNvGrpSpPr/>
          <p:nvPr/>
        </p:nvGrpSpPr>
        <p:grpSpPr>
          <a:xfrm>
            <a:off x="3676912" y="1244573"/>
            <a:ext cx="1874380" cy="2244095"/>
            <a:chOff x="3791802" y="1244573"/>
            <a:chExt cx="1874380" cy="224409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22A9CD0-7A96-7A46-81AE-CD23640858C2}"/>
                </a:ext>
              </a:extLst>
            </p:cNvPr>
            <p:cNvGrpSpPr/>
            <p:nvPr/>
          </p:nvGrpSpPr>
          <p:grpSpPr>
            <a:xfrm>
              <a:off x="3791802" y="1244573"/>
              <a:ext cx="1874380" cy="2226695"/>
              <a:chOff x="2783159" y="3595024"/>
              <a:chExt cx="1874380" cy="2226695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A11883C0-78F6-E248-A12E-FC43B7441DA2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17E1EE0B-5480-614F-8DF0-C404ECFB680C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DC6DFB71-0D4A-FC4D-A41D-2F0DF6C04037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85BFCD8E-606A-F240-B46D-6B7E0D08EE2A}"/>
                  </a:ext>
                </a:extLst>
              </p:cNvPr>
              <p:cNvSpPr txBox="1"/>
              <p:nvPr/>
            </p:nvSpPr>
            <p:spPr>
              <a:xfrm>
                <a:off x="2998038" y="3595024"/>
                <a:ext cx="1444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Manhattan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D0D211E-ADB6-814E-9C46-02CAD181776B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26" name="Elbow Connector 25">
                <a:extLst>
                  <a:ext uri="{FF2B5EF4-FFF2-40B4-BE49-F238E27FC236}">
                    <a16:creationId xmlns:a16="http://schemas.microsoft.com/office/drawing/2014/main" id="{6359F053-B0D0-F548-965A-611014D320F9}"/>
                  </a:ext>
                </a:extLst>
              </p:cNvPr>
              <p:cNvCxnSpPr>
                <a:cxnSpLocks/>
                <a:stCxn id="159" idx="0"/>
                <a:endCxn id="158" idx="6"/>
              </p:cNvCxnSpPr>
              <p:nvPr/>
            </p:nvCxnSpPr>
            <p:spPr>
              <a:xfrm rot="16200000" flipV="1">
                <a:off x="3277528" y="4343797"/>
                <a:ext cx="993475" cy="973635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336ACC44-9D3C-3D49-9FD8-2C1304BD4ED1}"/>
                </a:ext>
              </a:extLst>
            </p:cNvPr>
            <p:cNvSpPr txBox="1"/>
            <p:nvPr/>
          </p:nvSpPr>
          <p:spPr>
            <a:xfrm>
              <a:off x="4048680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E35D7AD5-D5A0-344E-9F27-CE349E18D160}"/>
                </a:ext>
              </a:extLst>
            </p:cNvPr>
            <p:cNvSpPr txBox="1"/>
            <p:nvPr/>
          </p:nvSpPr>
          <p:spPr>
            <a:xfrm>
              <a:off x="5122550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/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blipFill>
                <a:blip r:embed="rId3"/>
                <a:stretch>
                  <a:fillRect l="-2030" t="-66279" b="-111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/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blipFill>
                <a:blip r:embed="rId4"/>
                <a:stretch>
                  <a:fillRect l="-1754" t="-118333" b="-17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EE9E6E7-0F8D-2A4A-A9CD-133D96930B20}"/>
                  </a:ext>
                </a:extLst>
              </p:cNvPr>
              <p:cNvSpPr txBox="1"/>
              <p:nvPr/>
            </p:nvSpPr>
            <p:spPr>
              <a:xfrm>
                <a:off x="6396830" y="4008882"/>
                <a:ext cx="2462918" cy="362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EE9E6E7-0F8D-2A4A-A9CD-133D96930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830" y="4008882"/>
                <a:ext cx="2462918" cy="362472"/>
              </a:xfrm>
              <a:prstGeom prst="rect">
                <a:avLst/>
              </a:prstGeom>
              <a:blipFill>
                <a:blip r:embed="rId5"/>
                <a:stretch>
                  <a:fillRect l="-2577" r="-2577" b="-137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Rectangle 38">
            <a:extLst>
              <a:ext uri="{FF2B5EF4-FFF2-40B4-BE49-F238E27FC236}">
                <a16:creationId xmlns:a16="http://schemas.microsoft.com/office/drawing/2014/main" id="{79A12AAB-3715-0F48-BA69-AE945027FB7C}"/>
              </a:ext>
            </a:extLst>
          </p:cNvPr>
          <p:cNvSpPr/>
          <p:nvPr/>
        </p:nvSpPr>
        <p:spPr>
          <a:xfrm>
            <a:off x="328154" y="4654495"/>
            <a:ext cx="29471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Common distance measure;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Suitable for low-dimensional data;</a:t>
            </a:r>
          </a:p>
        </p:txBody>
      </p:sp>
      <p:sp>
        <p:nvSpPr>
          <p:cNvPr id="236" name="Rectangle 38">
            <a:extLst>
              <a:ext uri="{FF2B5EF4-FFF2-40B4-BE49-F238E27FC236}">
                <a16:creationId xmlns:a16="http://schemas.microsoft.com/office/drawing/2014/main" id="{903E40F4-B663-8B46-9E70-95E47F9BAD4E}"/>
              </a:ext>
            </a:extLst>
          </p:cNvPr>
          <p:cNvSpPr/>
          <p:nvPr/>
        </p:nvSpPr>
        <p:spPr>
          <a:xfrm>
            <a:off x="3283831" y="4654495"/>
            <a:ext cx="29708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quite well when your data has discrete and/or binary attributes;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ok for high-dimensional data;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Less intuitive than Euclidean distance;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In general, give a higher distance value than Euclidean distance;</a:t>
            </a:r>
          </a:p>
        </p:txBody>
      </p:sp>
      <p:sp>
        <p:nvSpPr>
          <p:cNvPr id="237" name="Rectangle 38">
            <a:extLst>
              <a:ext uri="{FF2B5EF4-FFF2-40B4-BE49-F238E27FC236}">
                <a16:creationId xmlns:a16="http://schemas.microsoft.com/office/drawing/2014/main" id="{125590C9-5904-E148-AC4E-951CC155D98B}"/>
              </a:ext>
            </a:extLst>
          </p:cNvPr>
          <p:cNvSpPr/>
          <p:nvPr/>
        </p:nvSpPr>
        <p:spPr>
          <a:xfrm>
            <a:off x="6298018" y="4654495"/>
            <a:ext cx="286903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can be used to extract the minimum number of moves needed to get from one square to another;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Used in very specific use-cases, such as warehouse logistics;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4DBA40-3504-F64E-97BF-C2F9950C7147}"/>
              </a:ext>
            </a:extLst>
          </p:cNvPr>
          <p:cNvGrpSpPr/>
          <p:nvPr/>
        </p:nvGrpSpPr>
        <p:grpSpPr>
          <a:xfrm>
            <a:off x="6638002" y="1244573"/>
            <a:ext cx="1874380" cy="2244095"/>
            <a:chOff x="6638002" y="1244573"/>
            <a:chExt cx="1874380" cy="2244095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A8C0410-C145-EB40-8B6E-F5D28A9DC76A}"/>
                </a:ext>
              </a:extLst>
            </p:cNvPr>
            <p:cNvGrpSpPr/>
            <p:nvPr/>
          </p:nvGrpSpPr>
          <p:grpSpPr>
            <a:xfrm>
              <a:off x="6638002" y="1244573"/>
              <a:ext cx="1874380" cy="2226695"/>
              <a:chOff x="2783159" y="3595024"/>
              <a:chExt cx="1874380" cy="2226695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41D1DB34-EE8E-F342-A653-95306CAE009D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9D5658A-8F4E-A54E-8B97-9C37E03145B7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C76B3784-94E5-4046-B75C-AF1F6631FED7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A33F659-D87D-D940-93B4-197639DE1443}"/>
                  </a:ext>
                </a:extLst>
              </p:cNvPr>
              <p:cNvSpPr txBox="1"/>
              <p:nvPr/>
            </p:nvSpPr>
            <p:spPr>
              <a:xfrm>
                <a:off x="3002848" y="3595024"/>
                <a:ext cx="14350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Chebyshev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A0311D1-3B0D-8F49-A1E1-00E8DFC65333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20969CF-C6A5-4044-A1D7-40119E8AC26E}"/>
                </a:ext>
              </a:extLst>
            </p:cNvPr>
            <p:cNvCxnSpPr>
              <a:cxnSpLocks/>
              <a:endCxn id="84" idx="0"/>
            </p:cNvCxnSpPr>
            <p:nvPr/>
          </p:nvCxnSpPr>
          <p:spPr>
            <a:xfrm>
              <a:off x="8115925" y="1966220"/>
              <a:ext cx="0" cy="101068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A2950DD-0A89-EC46-B897-4DB5FDDAAD49}"/>
                </a:ext>
              </a:extLst>
            </p:cNvPr>
            <p:cNvCxnSpPr>
              <a:cxnSpLocks/>
              <a:stCxn id="83" idx="6"/>
            </p:cNvCxnSpPr>
            <p:nvPr/>
          </p:nvCxnSpPr>
          <p:spPr>
            <a:xfrm>
              <a:off x="7142290" y="1983426"/>
              <a:ext cx="983939" cy="0"/>
            </a:xfrm>
            <a:prstGeom prst="line">
              <a:avLst/>
            </a:prstGeom>
            <a:ln w="12700">
              <a:solidFill>
                <a:srgbClr val="696969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6556235-9182-F042-9A03-876CF255B436}"/>
                </a:ext>
              </a:extLst>
            </p:cNvPr>
            <p:cNvSpPr txBox="1"/>
            <p:nvPr/>
          </p:nvSpPr>
          <p:spPr>
            <a:xfrm>
              <a:off x="689590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1308B7C-F2D7-6845-AB17-45350610406C}"/>
                </a:ext>
              </a:extLst>
            </p:cNvPr>
            <p:cNvSpPr txBox="1"/>
            <p:nvPr/>
          </p:nvSpPr>
          <p:spPr>
            <a:xfrm>
              <a:off x="796977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360281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17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Common Distance Measures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621281" y="875975"/>
            <a:ext cx="6949438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7E73DB5-3312-2C49-B2B0-BA1E2108CB78}"/>
              </a:ext>
            </a:extLst>
          </p:cNvPr>
          <p:cNvGrpSpPr/>
          <p:nvPr/>
        </p:nvGrpSpPr>
        <p:grpSpPr>
          <a:xfrm>
            <a:off x="721234" y="1244573"/>
            <a:ext cx="1874380" cy="2244095"/>
            <a:chOff x="1057784" y="1244573"/>
            <a:chExt cx="1874380" cy="22440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C8FF57C-D105-4248-A1E1-B0DA80DB5CB5}"/>
                </a:ext>
              </a:extLst>
            </p:cNvPr>
            <p:cNvGrpSpPr/>
            <p:nvPr/>
          </p:nvGrpSpPr>
          <p:grpSpPr>
            <a:xfrm>
              <a:off x="1057784" y="1244573"/>
              <a:ext cx="1874380" cy="2226695"/>
              <a:chOff x="1249066" y="1274511"/>
              <a:chExt cx="1874380" cy="222669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6812501-3E54-7F40-A188-1354CC755224}"/>
                  </a:ext>
                </a:extLst>
              </p:cNvPr>
              <p:cNvGrpSpPr/>
              <p:nvPr/>
            </p:nvGrpSpPr>
            <p:grpSpPr>
              <a:xfrm>
                <a:off x="1537693" y="1905533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4F21ABA-503A-0644-95D4-B3A375C051A4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4271E814-8A6D-A046-94B6-A7815CF1425A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B7EFDD5A-CE45-1644-BABA-CA25ABF2E22E}"/>
                    </a:ext>
                  </a:extLst>
                </p:cNvPr>
                <p:cNvCxnSpPr>
                  <a:cxnSpLocks/>
                  <a:stCxn id="18" idx="5"/>
                  <a:endCxn id="140" idx="1"/>
                </p:cNvCxnSpPr>
                <p:nvPr/>
              </p:nvCxnSpPr>
              <p:spPr>
                <a:xfrm>
                  <a:off x="1616063" y="2107770"/>
                  <a:ext cx="928970" cy="94881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2BA504-7DB6-1E4C-B44B-3AB0AC76586E}"/>
                  </a:ext>
                </a:extLst>
              </p:cNvPr>
              <p:cNvSpPr txBox="1"/>
              <p:nvPr/>
            </p:nvSpPr>
            <p:spPr>
              <a:xfrm>
                <a:off x="1529666" y="1274511"/>
                <a:ext cx="1313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Euclidean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503A2E-36AF-1145-9A0D-37DDFDA680FB}"/>
                  </a:ext>
                </a:extLst>
              </p:cNvPr>
              <p:cNvSpPr/>
              <p:nvPr/>
            </p:nvSpPr>
            <p:spPr>
              <a:xfrm>
                <a:off x="1249066" y="1626826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9D17439-AB49-8641-B44A-CFC9B18CB907}"/>
                </a:ext>
              </a:extLst>
            </p:cNvPr>
            <p:cNvSpPr txBox="1"/>
            <p:nvPr/>
          </p:nvSpPr>
          <p:spPr>
            <a:xfrm>
              <a:off x="131259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D2FAE0A-EE43-5F48-A4CD-D09E4D2444F6}"/>
                </a:ext>
              </a:extLst>
            </p:cNvPr>
            <p:cNvSpPr txBox="1"/>
            <p:nvPr/>
          </p:nvSpPr>
          <p:spPr>
            <a:xfrm>
              <a:off x="238646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4B93266-2874-4241-912E-295231A50F2A}"/>
              </a:ext>
            </a:extLst>
          </p:cNvPr>
          <p:cNvGrpSpPr/>
          <p:nvPr/>
        </p:nvGrpSpPr>
        <p:grpSpPr>
          <a:xfrm>
            <a:off x="3676912" y="1244573"/>
            <a:ext cx="1874380" cy="2244095"/>
            <a:chOff x="3791802" y="1244573"/>
            <a:chExt cx="1874380" cy="224409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22A9CD0-7A96-7A46-81AE-CD23640858C2}"/>
                </a:ext>
              </a:extLst>
            </p:cNvPr>
            <p:cNvGrpSpPr/>
            <p:nvPr/>
          </p:nvGrpSpPr>
          <p:grpSpPr>
            <a:xfrm>
              <a:off x="3791802" y="1244573"/>
              <a:ext cx="1874380" cy="2226695"/>
              <a:chOff x="2783159" y="3595024"/>
              <a:chExt cx="1874380" cy="2226695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A11883C0-78F6-E248-A12E-FC43B7441DA2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17E1EE0B-5480-614F-8DF0-C404ECFB680C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DC6DFB71-0D4A-FC4D-A41D-2F0DF6C04037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85BFCD8E-606A-F240-B46D-6B7E0D08EE2A}"/>
                  </a:ext>
                </a:extLst>
              </p:cNvPr>
              <p:cNvSpPr txBox="1"/>
              <p:nvPr/>
            </p:nvSpPr>
            <p:spPr>
              <a:xfrm>
                <a:off x="2998038" y="3595024"/>
                <a:ext cx="1444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Manhattan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D0D211E-ADB6-814E-9C46-02CAD181776B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26" name="Elbow Connector 25">
                <a:extLst>
                  <a:ext uri="{FF2B5EF4-FFF2-40B4-BE49-F238E27FC236}">
                    <a16:creationId xmlns:a16="http://schemas.microsoft.com/office/drawing/2014/main" id="{6359F053-B0D0-F548-965A-611014D320F9}"/>
                  </a:ext>
                </a:extLst>
              </p:cNvPr>
              <p:cNvCxnSpPr>
                <a:cxnSpLocks/>
                <a:stCxn id="159" idx="0"/>
                <a:endCxn id="158" idx="6"/>
              </p:cNvCxnSpPr>
              <p:nvPr/>
            </p:nvCxnSpPr>
            <p:spPr>
              <a:xfrm rot="16200000" flipV="1">
                <a:off x="3277528" y="4343797"/>
                <a:ext cx="993475" cy="973635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336ACC44-9D3C-3D49-9FD8-2C1304BD4ED1}"/>
                </a:ext>
              </a:extLst>
            </p:cNvPr>
            <p:cNvSpPr txBox="1"/>
            <p:nvPr/>
          </p:nvSpPr>
          <p:spPr>
            <a:xfrm>
              <a:off x="4048680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E35D7AD5-D5A0-344E-9F27-CE349E18D160}"/>
                </a:ext>
              </a:extLst>
            </p:cNvPr>
            <p:cNvSpPr txBox="1"/>
            <p:nvPr/>
          </p:nvSpPr>
          <p:spPr>
            <a:xfrm>
              <a:off x="5122550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30E2A1-0C7F-B64F-94E5-56AFFA9DA07E}"/>
              </a:ext>
            </a:extLst>
          </p:cNvPr>
          <p:cNvGrpSpPr/>
          <p:nvPr/>
        </p:nvGrpSpPr>
        <p:grpSpPr>
          <a:xfrm>
            <a:off x="9596387" y="1244573"/>
            <a:ext cx="1874380" cy="2226695"/>
            <a:chOff x="6296858" y="3831715"/>
            <a:chExt cx="1874380" cy="2226695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E5B1F8-215C-7F4C-9CA9-1887F03A5CC1}"/>
                </a:ext>
              </a:extLst>
            </p:cNvPr>
            <p:cNvGrpSpPr/>
            <p:nvPr/>
          </p:nvGrpSpPr>
          <p:grpSpPr>
            <a:xfrm>
              <a:off x="6296858" y="3831715"/>
              <a:ext cx="1874380" cy="2226695"/>
              <a:chOff x="2783159" y="3595024"/>
              <a:chExt cx="1874380" cy="2226695"/>
            </a:xfrm>
          </p:grpSpPr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F6DBB50F-AA33-DD4F-A32C-59DE9A876D05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69568021-791B-BD40-8F86-B278EA891FA8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17354302-F331-794C-96F5-9B5AF40F02BD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0D4CC9F-4AD9-3A4D-A26E-A3419B9EDAD5}"/>
                  </a:ext>
                </a:extLst>
              </p:cNvPr>
              <p:cNvSpPr txBox="1"/>
              <p:nvPr/>
            </p:nvSpPr>
            <p:spPr>
              <a:xfrm>
                <a:off x="2992430" y="3595024"/>
                <a:ext cx="145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err="1">
                    <a:latin typeface="Arvo" panose="02000000000000000000" pitchFamily="2" charset="77"/>
                  </a:rPr>
                  <a:t>Minkowski</a:t>
                </a:r>
                <a:endParaRPr lang="en-US" dirty="0">
                  <a:latin typeface="Arvo" panose="02000000000000000000" pitchFamily="2" charset="77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54ACD0C2-AFA1-2746-9F63-FCF513F0A62B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3F80AE70-B2E2-0145-A3FE-B016F96BE30A}"/>
                </a:ext>
              </a:extLst>
            </p:cNvPr>
            <p:cNvCxnSpPr>
              <a:stCxn id="177" idx="0"/>
              <a:endCxn id="176" idx="6"/>
            </p:cNvCxnSpPr>
            <p:nvPr/>
          </p:nvCxnSpPr>
          <p:spPr>
            <a:xfrm rot="16200000" flipV="1">
              <a:off x="6791227" y="4580488"/>
              <a:ext cx="993475" cy="973635"/>
            </a:xfrm>
            <a:prstGeom prst="curvedConnector2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F89B841-2161-594C-93C5-CD981B90789B}"/>
                </a:ext>
              </a:extLst>
            </p:cNvPr>
            <p:cNvSpPr txBox="1"/>
            <p:nvPr/>
          </p:nvSpPr>
          <p:spPr>
            <a:xfrm rot="2696556">
              <a:off x="7423082" y="461050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 err="1">
                  <a:latin typeface="Candara" panose="020E0502030303020204" pitchFamily="34" charset="0"/>
                </a:rPr>
                <a:t>p</a:t>
              </a:r>
              <a:endParaRPr lang="pt-BR" sz="1200" dirty="0">
                <a:latin typeface="Candara" panose="020E0502030303020204" pitchFamily="34" charset="0"/>
              </a:endParaRPr>
            </a:p>
          </p:txBody>
        </p: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67DD5DCF-A5AD-754B-921C-BBF68973B35F}"/>
              </a:ext>
            </a:extLst>
          </p:cNvPr>
          <p:cNvSpPr txBox="1"/>
          <p:nvPr/>
        </p:nvSpPr>
        <p:spPr>
          <a:xfrm>
            <a:off x="9866455" y="1565601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ndara" panose="020E0502030303020204" pitchFamily="34" charset="0"/>
              </a:rPr>
              <a:t>a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7A0ABCD-FC0E-B646-954E-C2F8D531909F}"/>
              </a:ext>
            </a:extLst>
          </p:cNvPr>
          <p:cNvSpPr txBox="1"/>
          <p:nvPr/>
        </p:nvSpPr>
        <p:spPr>
          <a:xfrm>
            <a:off x="10940325" y="31193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latin typeface="Candara" panose="020E0502030303020204" pitchFamily="34" charset="0"/>
              </a:rPr>
              <a:t>b</a:t>
            </a:r>
            <a:endParaRPr lang="pt-BR" dirty="0"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/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blipFill>
                <a:blip r:embed="rId3"/>
                <a:stretch>
                  <a:fillRect l="-2030" t="-66279" b="-111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/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blipFill>
                <a:blip r:embed="rId4"/>
                <a:stretch>
                  <a:fillRect l="-1754" t="-118333" b="-17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EE9E6E7-0F8D-2A4A-A9CD-133D96930B20}"/>
                  </a:ext>
                </a:extLst>
              </p:cNvPr>
              <p:cNvSpPr txBox="1"/>
              <p:nvPr/>
            </p:nvSpPr>
            <p:spPr>
              <a:xfrm>
                <a:off x="6396830" y="4008882"/>
                <a:ext cx="2462918" cy="362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EE9E6E7-0F8D-2A4A-A9CD-133D96930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830" y="4008882"/>
                <a:ext cx="2462918" cy="362472"/>
              </a:xfrm>
              <a:prstGeom prst="rect">
                <a:avLst/>
              </a:prstGeom>
              <a:blipFill>
                <a:blip r:embed="rId5"/>
                <a:stretch>
                  <a:fillRect l="-2577" r="-2577" b="-137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D554D25-54FE-4342-9831-BD74B6A2D686}"/>
                  </a:ext>
                </a:extLst>
              </p:cNvPr>
              <p:cNvSpPr txBox="1"/>
              <p:nvPr/>
            </p:nvSpPr>
            <p:spPr>
              <a:xfrm>
                <a:off x="9265646" y="3624390"/>
                <a:ext cx="2723566" cy="9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D554D25-54FE-4342-9831-BD74B6A2D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646" y="3624390"/>
                <a:ext cx="2723566" cy="908775"/>
              </a:xfrm>
              <a:prstGeom prst="rect">
                <a:avLst/>
              </a:prstGeom>
              <a:blipFill>
                <a:blip r:embed="rId6"/>
                <a:stretch>
                  <a:fillRect l="-930" t="-79452" b="-1465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Rectangle 38">
            <a:extLst>
              <a:ext uri="{FF2B5EF4-FFF2-40B4-BE49-F238E27FC236}">
                <a16:creationId xmlns:a16="http://schemas.microsoft.com/office/drawing/2014/main" id="{79A12AAB-3715-0F48-BA69-AE945027FB7C}"/>
              </a:ext>
            </a:extLst>
          </p:cNvPr>
          <p:cNvSpPr/>
          <p:nvPr/>
        </p:nvSpPr>
        <p:spPr>
          <a:xfrm>
            <a:off x="328154" y="4654495"/>
            <a:ext cx="29471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Common distance measure;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Suitable for low-dimensional data;</a:t>
            </a:r>
          </a:p>
        </p:txBody>
      </p:sp>
      <p:sp>
        <p:nvSpPr>
          <p:cNvPr id="236" name="Rectangle 38">
            <a:extLst>
              <a:ext uri="{FF2B5EF4-FFF2-40B4-BE49-F238E27FC236}">
                <a16:creationId xmlns:a16="http://schemas.microsoft.com/office/drawing/2014/main" id="{903E40F4-B663-8B46-9E70-95E47F9BAD4E}"/>
              </a:ext>
            </a:extLst>
          </p:cNvPr>
          <p:cNvSpPr/>
          <p:nvPr/>
        </p:nvSpPr>
        <p:spPr>
          <a:xfrm>
            <a:off x="3283831" y="4654495"/>
            <a:ext cx="29708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quite well when your data has discrete and/or binary attributes;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ok for high-dimensional data;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Less intuitive than Euclidean distance;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In general, give a higher distance value than Euclidean distance;</a:t>
            </a:r>
          </a:p>
        </p:txBody>
      </p:sp>
      <p:sp>
        <p:nvSpPr>
          <p:cNvPr id="237" name="Rectangle 38">
            <a:extLst>
              <a:ext uri="{FF2B5EF4-FFF2-40B4-BE49-F238E27FC236}">
                <a16:creationId xmlns:a16="http://schemas.microsoft.com/office/drawing/2014/main" id="{125590C9-5904-E148-AC4E-951CC155D98B}"/>
              </a:ext>
            </a:extLst>
          </p:cNvPr>
          <p:cNvSpPr/>
          <p:nvPr/>
        </p:nvSpPr>
        <p:spPr>
          <a:xfrm>
            <a:off x="6298018" y="4654495"/>
            <a:ext cx="286903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can be used to extract the minimum number of moves needed to get from one square to another;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Used in very specific use-cases, such as warehouse logistics;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9292A6EA-92B8-9D4F-9C65-FD1CBA7C990D}"/>
              </a:ext>
            </a:extLst>
          </p:cNvPr>
          <p:cNvSpPr/>
          <p:nvPr/>
        </p:nvSpPr>
        <p:spPr>
          <a:xfrm>
            <a:off x="9203306" y="4654495"/>
            <a:ext cx="27859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Metric in a normed vector space;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upside to p is the possibility to iterate over it and find the distance measure that works best for your use case.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p=1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itchFamily="2" charset="2"/>
              </a:rPr>
              <a:t> Manhattan 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p=2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itchFamily="2" charset="2"/>
              </a:rPr>
              <a:t> Euclidean 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p=∞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itchFamily="2" charset="2"/>
              </a:rPr>
              <a:t> Chebyshev distance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4DBA40-3504-F64E-97BF-C2F9950C7147}"/>
              </a:ext>
            </a:extLst>
          </p:cNvPr>
          <p:cNvGrpSpPr/>
          <p:nvPr/>
        </p:nvGrpSpPr>
        <p:grpSpPr>
          <a:xfrm>
            <a:off x="6638002" y="1244573"/>
            <a:ext cx="1874380" cy="2244095"/>
            <a:chOff x="6638002" y="1244573"/>
            <a:chExt cx="1874380" cy="2244095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A8C0410-C145-EB40-8B6E-F5D28A9DC76A}"/>
                </a:ext>
              </a:extLst>
            </p:cNvPr>
            <p:cNvGrpSpPr/>
            <p:nvPr/>
          </p:nvGrpSpPr>
          <p:grpSpPr>
            <a:xfrm>
              <a:off x="6638002" y="1244573"/>
              <a:ext cx="1874380" cy="2226695"/>
              <a:chOff x="2783159" y="3595024"/>
              <a:chExt cx="1874380" cy="2226695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41D1DB34-EE8E-F342-A653-95306CAE009D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9D5658A-8F4E-A54E-8B97-9C37E03145B7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C76B3784-94E5-4046-B75C-AF1F6631FED7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A33F659-D87D-D940-93B4-197639DE1443}"/>
                  </a:ext>
                </a:extLst>
              </p:cNvPr>
              <p:cNvSpPr txBox="1"/>
              <p:nvPr/>
            </p:nvSpPr>
            <p:spPr>
              <a:xfrm>
                <a:off x="3002848" y="3595024"/>
                <a:ext cx="14350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Chebyshev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A0311D1-3B0D-8F49-A1E1-00E8DFC65333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20969CF-C6A5-4044-A1D7-40119E8AC26E}"/>
                </a:ext>
              </a:extLst>
            </p:cNvPr>
            <p:cNvCxnSpPr>
              <a:cxnSpLocks/>
              <a:endCxn id="84" idx="0"/>
            </p:cNvCxnSpPr>
            <p:nvPr/>
          </p:nvCxnSpPr>
          <p:spPr>
            <a:xfrm>
              <a:off x="8115925" y="1966220"/>
              <a:ext cx="0" cy="101068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A2950DD-0A89-EC46-B897-4DB5FDDAAD49}"/>
                </a:ext>
              </a:extLst>
            </p:cNvPr>
            <p:cNvCxnSpPr>
              <a:cxnSpLocks/>
              <a:stCxn id="83" idx="6"/>
            </p:cNvCxnSpPr>
            <p:nvPr/>
          </p:nvCxnSpPr>
          <p:spPr>
            <a:xfrm>
              <a:off x="7142290" y="1983426"/>
              <a:ext cx="983939" cy="0"/>
            </a:xfrm>
            <a:prstGeom prst="line">
              <a:avLst/>
            </a:prstGeom>
            <a:ln w="12700">
              <a:solidFill>
                <a:srgbClr val="696969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6556235-9182-F042-9A03-876CF255B436}"/>
                </a:ext>
              </a:extLst>
            </p:cNvPr>
            <p:cNvSpPr txBox="1"/>
            <p:nvPr/>
          </p:nvSpPr>
          <p:spPr>
            <a:xfrm>
              <a:off x="689590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1308B7C-F2D7-6845-AB17-45350610406C}"/>
                </a:ext>
              </a:extLst>
            </p:cNvPr>
            <p:cNvSpPr txBox="1"/>
            <p:nvPr/>
          </p:nvSpPr>
          <p:spPr>
            <a:xfrm>
              <a:off x="796977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617822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18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Common Distance Measures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621281" y="875975"/>
            <a:ext cx="6949438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7E73DB5-3312-2C49-B2B0-BA1E2108CB78}"/>
              </a:ext>
            </a:extLst>
          </p:cNvPr>
          <p:cNvGrpSpPr/>
          <p:nvPr/>
        </p:nvGrpSpPr>
        <p:grpSpPr>
          <a:xfrm>
            <a:off x="721234" y="1244573"/>
            <a:ext cx="1874380" cy="2244095"/>
            <a:chOff x="1057784" y="1244573"/>
            <a:chExt cx="1874380" cy="22440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C8FF57C-D105-4248-A1E1-B0DA80DB5CB5}"/>
                </a:ext>
              </a:extLst>
            </p:cNvPr>
            <p:cNvGrpSpPr/>
            <p:nvPr/>
          </p:nvGrpSpPr>
          <p:grpSpPr>
            <a:xfrm>
              <a:off x="1057784" y="1244573"/>
              <a:ext cx="1874380" cy="2226695"/>
              <a:chOff x="1249066" y="1274511"/>
              <a:chExt cx="1874380" cy="222669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6812501-3E54-7F40-A188-1354CC755224}"/>
                  </a:ext>
                </a:extLst>
              </p:cNvPr>
              <p:cNvGrpSpPr/>
              <p:nvPr/>
            </p:nvGrpSpPr>
            <p:grpSpPr>
              <a:xfrm>
                <a:off x="1537693" y="1905533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4F21ABA-503A-0644-95D4-B3A375C051A4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4271E814-8A6D-A046-94B6-A7815CF1425A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B7EFDD5A-CE45-1644-BABA-CA25ABF2E22E}"/>
                    </a:ext>
                  </a:extLst>
                </p:cNvPr>
                <p:cNvCxnSpPr>
                  <a:cxnSpLocks/>
                  <a:stCxn id="18" idx="5"/>
                  <a:endCxn id="140" idx="1"/>
                </p:cNvCxnSpPr>
                <p:nvPr/>
              </p:nvCxnSpPr>
              <p:spPr>
                <a:xfrm>
                  <a:off x="1616063" y="2107770"/>
                  <a:ext cx="928970" cy="94881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2BA504-7DB6-1E4C-B44B-3AB0AC76586E}"/>
                  </a:ext>
                </a:extLst>
              </p:cNvPr>
              <p:cNvSpPr txBox="1"/>
              <p:nvPr/>
            </p:nvSpPr>
            <p:spPr>
              <a:xfrm>
                <a:off x="1529666" y="1274511"/>
                <a:ext cx="1313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Euclidean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503A2E-36AF-1145-9A0D-37DDFDA680FB}"/>
                  </a:ext>
                </a:extLst>
              </p:cNvPr>
              <p:cNvSpPr/>
              <p:nvPr/>
            </p:nvSpPr>
            <p:spPr>
              <a:xfrm>
                <a:off x="1249066" y="1626826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9D17439-AB49-8641-B44A-CFC9B18CB907}"/>
                </a:ext>
              </a:extLst>
            </p:cNvPr>
            <p:cNvSpPr txBox="1"/>
            <p:nvPr/>
          </p:nvSpPr>
          <p:spPr>
            <a:xfrm>
              <a:off x="131259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D2FAE0A-EE43-5F48-A4CD-D09E4D2444F6}"/>
                </a:ext>
              </a:extLst>
            </p:cNvPr>
            <p:cNvSpPr txBox="1"/>
            <p:nvPr/>
          </p:nvSpPr>
          <p:spPr>
            <a:xfrm>
              <a:off x="238646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4B93266-2874-4241-912E-295231A50F2A}"/>
              </a:ext>
            </a:extLst>
          </p:cNvPr>
          <p:cNvGrpSpPr/>
          <p:nvPr/>
        </p:nvGrpSpPr>
        <p:grpSpPr>
          <a:xfrm>
            <a:off x="3676912" y="1244573"/>
            <a:ext cx="1874380" cy="2244095"/>
            <a:chOff x="3791802" y="1244573"/>
            <a:chExt cx="1874380" cy="224409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22A9CD0-7A96-7A46-81AE-CD23640858C2}"/>
                </a:ext>
              </a:extLst>
            </p:cNvPr>
            <p:cNvGrpSpPr/>
            <p:nvPr/>
          </p:nvGrpSpPr>
          <p:grpSpPr>
            <a:xfrm>
              <a:off x="3791802" y="1244573"/>
              <a:ext cx="1874380" cy="2226695"/>
              <a:chOff x="2783159" y="3595024"/>
              <a:chExt cx="1874380" cy="2226695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A11883C0-78F6-E248-A12E-FC43B7441DA2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17E1EE0B-5480-614F-8DF0-C404ECFB680C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DC6DFB71-0D4A-FC4D-A41D-2F0DF6C04037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85BFCD8E-606A-F240-B46D-6B7E0D08EE2A}"/>
                  </a:ext>
                </a:extLst>
              </p:cNvPr>
              <p:cNvSpPr txBox="1"/>
              <p:nvPr/>
            </p:nvSpPr>
            <p:spPr>
              <a:xfrm>
                <a:off x="2998038" y="3595024"/>
                <a:ext cx="1444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Manhattan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D0D211E-ADB6-814E-9C46-02CAD181776B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26" name="Elbow Connector 25">
                <a:extLst>
                  <a:ext uri="{FF2B5EF4-FFF2-40B4-BE49-F238E27FC236}">
                    <a16:creationId xmlns:a16="http://schemas.microsoft.com/office/drawing/2014/main" id="{6359F053-B0D0-F548-965A-611014D320F9}"/>
                  </a:ext>
                </a:extLst>
              </p:cNvPr>
              <p:cNvCxnSpPr>
                <a:cxnSpLocks/>
                <a:stCxn id="159" idx="0"/>
                <a:endCxn id="158" idx="6"/>
              </p:cNvCxnSpPr>
              <p:nvPr/>
            </p:nvCxnSpPr>
            <p:spPr>
              <a:xfrm rot="16200000" flipV="1">
                <a:off x="3277528" y="4343797"/>
                <a:ext cx="993475" cy="973635"/>
              </a:xfrm>
              <a:prstGeom prst="bentConnector2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336ACC44-9D3C-3D49-9FD8-2C1304BD4ED1}"/>
                </a:ext>
              </a:extLst>
            </p:cNvPr>
            <p:cNvSpPr txBox="1"/>
            <p:nvPr/>
          </p:nvSpPr>
          <p:spPr>
            <a:xfrm>
              <a:off x="4048680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E35D7AD5-D5A0-344E-9F27-CE349E18D160}"/>
                </a:ext>
              </a:extLst>
            </p:cNvPr>
            <p:cNvSpPr txBox="1"/>
            <p:nvPr/>
          </p:nvSpPr>
          <p:spPr>
            <a:xfrm>
              <a:off x="5122550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30E2A1-0C7F-B64F-94E5-56AFFA9DA07E}"/>
              </a:ext>
            </a:extLst>
          </p:cNvPr>
          <p:cNvGrpSpPr/>
          <p:nvPr/>
        </p:nvGrpSpPr>
        <p:grpSpPr>
          <a:xfrm>
            <a:off x="9596387" y="1244573"/>
            <a:ext cx="1874380" cy="2226695"/>
            <a:chOff x="6296858" y="3831715"/>
            <a:chExt cx="1874380" cy="2226695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E5B1F8-215C-7F4C-9CA9-1887F03A5CC1}"/>
                </a:ext>
              </a:extLst>
            </p:cNvPr>
            <p:cNvGrpSpPr/>
            <p:nvPr/>
          </p:nvGrpSpPr>
          <p:grpSpPr>
            <a:xfrm>
              <a:off x="6296858" y="3831715"/>
              <a:ext cx="1874380" cy="2226695"/>
              <a:chOff x="2783159" y="3595024"/>
              <a:chExt cx="1874380" cy="2226695"/>
            </a:xfrm>
          </p:grpSpPr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F6DBB50F-AA33-DD4F-A32C-59DE9A876D05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69568021-791B-BD40-8F86-B278EA891FA8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17354302-F331-794C-96F5-9B5AF40F02BD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0D4CC9F-4AD9-3A4D-A26E-A3419B9EDAD5}"/>
                  </a:ext>
                </a:extLst>
              </p:cNvPr>
              <p:cNvSpPr txBox="1"/>
              <p:nvPr/>
            </p:nvSpPr>
            <p:spPr>
              <a:xfrm>
                <a:off x="2992430" y="3595024"/>
                <a:ext cx="145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err="1">
                    <a:latin typeface="Arvo" panose="02000000000000000000" pitchFamily="2" charset="77"/>
                  </a:rPr>
                  <a:t>Minkowski</a:t>
                </a:r>
                <a:endParaRPr lang="en-US" dirty="0">
                  <a:latin typeface="Arvo" panose="02000000000000000000" pitchFamily="2" charset="77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54ACD0C2-AFA1-2746-9F63-FCF513F0A62B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3F80AE70-B2E2-0145-A3FE-B016F96BE30A}"/>
                </a:ext>
              </a:extLst>
            </p:cNvPr>
            <p:cNvCxnSpPr>
              <a:stCxn id="177" idx="0"/>
              <a:endCxn id="176" idx="6"/>
            </p:cNvCxnSpPr>
            <p:nvPr/>
          </p:nvCxnSpPr>
          <p:spPr>
            <a:xfrm rot="16200000" flipV="1">
              <a:off x="6791227" y="4580488"/>
              <a:ext cx="993475" cy="973635"/>
            </a:xfrm>
            <a:prstGeom prst="curvedConnector2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F89B841-2161-594C-93C5-CD981B90789B}"/>
                </a:ext>
              </a:extLst>
            </p:cNvPr>
            <p:cNvSpPr txBox="1"/>
            <p:nvPr/>
          </p:nvSpPr>
          <p:spPr>
            <a:xfrm rot="2696556">
              <a:off x="7423082" y="461050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 err="1">
                  <a:latin typeface="Candara" panose="020E0502030303020204" pitchFamily="34" charset="0"/>
                </a:rPr>
                <a:t>p</a:t>
              </a:r>
              <a:endParaRPr lang="pt-BR" sz="1200" dirty="0">
                <a:latin typeface="Candara" panose="020E0502030303020204" pitchFamily="34" charset="0"/>
              </a:endParaRPr>
            </a:p>
          </p:txBody>
        </p: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67DD5DCF-A5AD-754B-921C-BBF68973B35F}"/>
              </a:ext>
            </a:extLst>
          </p:cNvPr>
          <p:cNvSpPr txBox="1"/>
          <p:nvPr/>
        </p:nvSpPr>
        <p:spPr>
          <a:xfrm>
            <a:off x="9866455" y="1565601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ndara" panose="020E0502030303020204" pitchFamily="34" charset="0"/>
              </a:rPr>
              <a:t>a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7A0ABCD-FC0E-B646-954E-C2F8D531909F}"/>
              </a:ext>
            </a:extLst>
          </p:cNvPr>
          <p:cNvSpPr txBox="1"/>
          <p:nvPr/>
        </p:nvSpPr>
        <p:spPr>
          <a:xfrm>
            <a:off x="10940325" y="31193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latin typeface="Candara" panose="020E0502030303020204" pitchFamily="34" charset="0"/>
              </a:rPr>
              <a:t>b</a:t>
            </a:r>
            <a:endParaRPr lang="pt-BR" dirty="0"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/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8E2CA-93DA-9045-A037-78C3D6DE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7" y="3580928"/>
                <a:ext cx="2490554" cy="1077603"/>
              </a:xfrm>
              <a:prstGeom prst="rect">
                <a:avLst/>
              </a:prstGeom>
              <a:blipFill>
                <a:blip r:embed="rId3"/>
                <a:stretch>
                  <a:fillRect l="-2030" t="-66279" b="-111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/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74B938A1-EF18-3945-8CE0-554361F70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223" y="3778613"/>
                <a:ext cx="2159758" cy="756233"/>
              </a:xfrm>
              <a:prstGeom prst="rect">
                <a:avLst/>
              </a:prstGeom>
              <a:blipFill>
                <a:blip r:embed="rId4"/>
                <a:stretch>
                  <a:fillRect l="-1754" t="-118333" b="-17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EE9E6E7-0F8D-2A4A-A9CD-133D96930B20}"/>
                  </a:ext>
                </a:extLst>
              </p:cNvPr>
              <p:cNvSpPr txBox="1"/>
              <p:nvPr/>
            </p:nvSpPr>
            <p:spPr>
              <a:xfrm>
                <a:off x="6396830" y="4008882"/>
                <a:ext cx="2462918" cy="362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EE9E6E7-0F8D-2A4A-A9CD-133D96930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830" y="4008882"/>
                <a:ext cx="2462918" cy="362472"/>
              </a:xfrm>
              <a:prstGeom prst="rect">
                <a:avLst/>
              </a:prstGeom>
              <a:blipFill>
                <a:blip r:embed="rId5"/>
                <a:stretch>
                  <a:fillRect l="-2577" r="-2577" b="-137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D554D25-54FE-4342-9831-BD74B6A2D686}"/>
                  </a:ext>
                </a:extLst>
              </p:cNvPr>
              <p:cNvSpPr txBox="1"/>
              <p:nvPr/>
            </p:nvSpPr>
            <p:spPr>
              <a:xfrm>
                <a:off x="9265646" y="3624390"/>
                <a:ext cx="2723566" cy="9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D554D25-54FE-4342-9831-BD74B6A2D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646" y="3624390"/>
                <a:ext cx="2723566" cy="908775"/>
              </a:xfrm>
              <a:prstGeom prst="rect">
                <a:avLst/>
              </a:prstGeom>
              <a:blipFill>
                <a:blip r:embed="rId6"/>
                <a:stretch>
                  <a:fillRect l="-930" t="-79452" b="-1465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Rectangle 38">
            <a:extLst>
              <a:ext uri="{FF2B5EF4-FFF2-40B4-BE49-F238E27FC236}">
                <a16:creationId xmlns:a16="http://schemas.microsoft.com/office/drawing/2014/main" id="{79A12AAB-3715-0F48-BA69-AE945027FB7C}"/>
              </a:ext>
            </a:extLst>
          </p:cNvPr>
          <p:cNvSpPr/>
          <p:nvPr/>
        </p:nvSpPr>
        <p:spPr>
          <a:xfrm>
            <a:off x="328154" y="4654495"/>
            <a:ext cx="29471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Common distance measure;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Suitable for low-dimensional data;</a:t>
            </a:r>
          </a:p>
        </p:txBody>
      </p:sp>
      <p:sp>
        <p:nvSpPr>
          <p:cNvPr id="236" name="Rectangle 38">
            <a:extLst>
              <a:ext uri="{FF2B5EF4-FFF2-40B4-BE49-F238E27FC236}">
                <a16:creationId xmlns:a16="http://schemas.microsoft.com/office/drawing/2014/main" id="{903E40F4-B663-8B46-9E70-95E47F9BAD4E}"/>
              </a:ext>
            </a:extLst>
          </p:cNvPr>
          <p:cNvSpPr/>
          <p:nvPr/>
        </p:nvSpPr>
        <p:spPr>
          <a:xfrm>
            <a:off x="3283831" y="4654495"/>
            <a:ext cx="29708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quite well when your data has discrete and/or binary attributes;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Work ok for high-dimensional data;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Less intuitive than Euclidean distance;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In general, give a higher distance value than Euclidean distance;</a:t>
            </a:r>
          </a:p>
        </p:txBody>
      </p:sp>
      <p:sp>
        <p:nvSpPr>
          <p:cNvPr id="237" name="Rectangle 38">
            <a:extLst>
              <a:ext uri="{FF2B5EF4-FFF2-40B4-BE49-F238E27FC236}">
                <a16:creationId xmlns:a16="http://schemas.microsoft.com/office/drawing/2014/main" id="{125590C9-5904-E148-AC4E-951CC155D98B}"/>
              </a:ext>
            </a:extLst>
          </p:cNvPr>
          <p:cNvSpPr/>
          <p:nvPr/>
        </p:nvSpPr>
        <p:spPr>
          <a:xfrm>
            <a:off x="6298018" y="4654495"/>
            <a:ext cx="286903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can be used to extract the minimum number of moves needed to get from one square to another;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Used in very specific use-cases, such as warehouse logistics;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9292A6EA-92B8-9D4F-9C65-FD1CBA7C990D}"/>
              </a:ext>
            </a:extLst>
          </p:cNvPr>
          <p:cNvSpPr/>
          <p:nvPr/>
        </p:nvSpPr>
        <p:spPr>
          <a:xfrm>
            <a:off x="9203306" y="4654495"/>
            <a:ext cx="27859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Metric in a normed vector space;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upside to p is the possibility to iterate over it and find the distance measure that works best for your use case.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p=1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itchFamily="2" charset="2"/>
              </a:rPr>
              <a:t> Manhattan 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p=2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itchFamily="2" charset="2"/>
              </a:rPr>
              <a:t> Euclidean 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p=∞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itchFamily="2" charset="2"/>
              </a:rPr>
              <a:t> Chebyshev distance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4DBA40-3504-F64E-97BF-C2F9950C7147}"/>
              </a:ext>
            </a:extLst>
          </p:cNvPr>
          <p:cNvGrpSpPr/>
          <p:nvPr/>
        </p:nvGrpSpPr>
        <p:grpSpPr>
          <a:xfrm>
            <a:off x="6638002" y="1244573"/>
            <a:ext cx="1874380" cy="2244095"/>
            <a:chOff x="6638002" y="1244573"/>
            <a:chExt cx="1874380" cy="2244095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A8C0410-C145-EB40-8B6E-F5D28A9DC76A}"/>
                </a:ext>
              </a:extLst>
            </p:cNvPr>
            <p:cNvGrpSpPr/>
            <p:nvPr/>
          </p:nvGrpSpPr>
          <p:grpSpPr>
            <a:xfrm>
              <a:off x="6638002" y="1244573"/>
              <a:ext cx="1874380" cy="2226695"/>
              <a:chOff x="2783159" y="3595024"/>
              <a:chExt cx="1874380" cy="2226695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41D1DB34-EE8E-F342-A653-95306CAE009D}"/>
                  </a:ext>
                </a:extLst>
              </p:cNvPr>
              <p:cNvGrpSpPr/>
              <p:nvPr/>
            </p:nvGrpSpPr>
            <p:grpSpPr>
              <a:xfrm>
                <a:off x="3071786" y="4226046"/>
                <a:ext cx="1297126" cy="1316967"/>
                <a:chOff x="1431985" y="1923692"/>
                <a:chExt cx="1297126" cy="1316967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9D5658A-8F4E-A54E-8B97-9C37E03145B7}"/>
                    </a:ext>
                  </a:extLst>
                </p:cNvPr>
                <p:cNvSpPr/>
                <p:nvPr/>
              </p:nvSpPr>
              <p:spPr>
                <a:xfrm>
                  <a:off x="1431985" y="1923692"/>
                  <a:ext cx="215661" cy="215661"/>
                </a:xfrm>
                <a:prstGeom prst="ellipse">
                  <a:avLst/>
                </a:prstGeom>
                <a:solidFill>
                  <a:srgbClr val="FF564F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C76B3784-94E5-4046-B75C-AF1F6631FED7}"/>
                    </a:ext>
                  </a:extLst>
                </p:cNvPr>
                <p:cNvSpPr/>
                <p:nvPr/>
              </p:nvSpPr>
              <p:spPr>
                <a:xfrm>
                  <a:off x="2513450" y="3024998"/>
                  <a:ext cx="215661" cy="215661"/>
                </a:xfrm>
                <a:prstGeom prst="ellipse">
                  <a:avLst/>
                </a:prstGeom>
                <a:solidFill>
                  <a:srgbClr val="376C8A"/>
                </a:solidFill>
                <a:ln>
                  <a:solidFill>
                    <a:srgbClr val="69696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A33F659-D87D-D940-93B4-197639DE1443}"/>
                  </a:ext>
                </a:extLst>
              </p:cNvPr>
              <p:cNvSpPr txBox="1"/>
              <p:nvPr/>
            </p:nvSpPr>
            <p:spPr>
              <a:xfrm>
                <a:off x="3002848" y="3595024"/>
                <a:ext cx="14350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vo" panose="02000000000000000000" pitchFamily="2" charset="77"/>
                  </a:rPr>
                  <a:t>Chebyshev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A0311D1-3B0D-8F49-A1E1-00E8DFC65333}"/>
                  </a:ext>
                </a:extLst>
              </p:cNvPr>
              <p:cNvSpPr/>
              <p:nvPr/>
            </p:nvSpPr>
            <p:spPr>
              <a:xfrm>
                <a:off x="2783159" y="3947339"/>
                <a:ext cx="1874380" cy="1874380"/>
              </a:xfrm>
              <a:prstGeom prst="rect">
                <a:avLst/>
              </a:prstGeom>
              <a:noFill/>
              <a:ln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20969CF-C6A5-4044-A1D7-40119E8AC26E}"/>
                </a:ext>
              </a:extLst>
            </p:cNvPr>
            <p:cNvCxnSpPr>
              <a:cxnSpLocks/>
              <a:endCxn id="84" idx="0"/>
            </p:cNvCxnSpPr>
            <p:nvPr/>
          </p:nvCxnSpPr>
          <p:spPr>
            <a:xfrm>
              <a:off x="8115925" y="1966220"/>
              <a:ext cx="0" cy="101068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A2950DD-0A89-EC46-B897-4DB5FDDAAD49}"/>
                </a:ext>
              </a:extLst>
            </p:cNvPr>
            <p:cNvCxnSpPr>
              <a:cxnSpLocks/>
              <a:stCxn id="83" idx="6"/>
            </p:cNvCxnSpPr>
            <p:nvPr/>
          </p:nvCxnSpPr>
          <p:spPr>
            <a:xfrm>
              <a:off x="7142290" y="1983426"/>
              <a:ext cx="983939" cy="0"/>
            </a:xfrm>
            <a:prstGeom prst="line">
              <a:avLst/>
            </a:prstGeom>
            <a:ln w="12700">
              <a:solidFill>
                <a:srgbClr val="696969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6556235-9182-F042-9A03-876CF255B436}"/>
                </a:ext>
              </a:extLst>
            </p:cNvPr>
            <p:cNvSpPr txBox="1"/>
            <p:nvPr/>
          </p:nvSpPr>
          <p:spPr>
            <a:xfrm>
              <a:off x="6895906" y="156560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Candara" panose="020E0502030303020204" pitchFamily="34" charset="0"/>
                </a:rPr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1308B7C-F2D7-6845-AB17-45350610406C}"/>
                </a:ext>
              </a:extLst>
            </p:cNvPr>
            <p:cNvSpPr txBox="1"/>
            <p:nvPr/>
          </p:nvSpPr>
          <p:spPr>
            <a:xfrm>
              <a:off x="7969776" y="31193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Candara" panose="020E0502030303020204" pitchFamily="34" charset="0"/>
                </a:rPr>
                <a:t>b</a:t>
              </a:r>
              <a:endParaRPr lang="pt-BR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AA37A0-0302-814C-989C-5D35D79E9E82}"/>
              </a:ext>
            </a:extLst>
          </p:cNvPr>
          <p:cNvGrpSpPr/>
          <p:nvPr/>
        </p:nvGrpSpPr>
        <p:grpSpPr>
          <a:xfrm rot="21334693">
            <a:off x="465259" y="5489340"/>
            <a:ext cx="2445013" cy="610936"/>
            <a:chOff x="333879" y="5003481"/>
            <a:chExt cx="2445013" cy="610936"/>
          </a:xfrm>
        </p:grpSpPr>
        <p:sp>
          <p:nvSpPr>
            <p:cNvPr id="64" name="Text Box 75">
              <a:extLst>
                <a:ext uri="{FF2B5EF4-FFF2-40B4-BE49-F238E27FC236}">
                  <a16:creationId xmlns:a16="http://schemas.microsoft.com/office/drawing/2014/main" id="{D909D3DC-0FE3-EC4E-BE4A-2EC335D33348}"/>
                </a:ext>
              </a:extLst>
            </p:cNvPr>
            <p:cNvSpPr txBox="1"/>
            <p:nvPr/>
          </p:nvSpPr>
          <p:spPr>
            <a:xfrm>
              <a:off x="333879" y="5003481"/>
              <a:ext cx="2445013" cy="6109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>
                <a:lnSpc>
                  <a:spcPct val="125000"/>
                </a:lnSpc>
              </a:pP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Typically, these metrics require </a:t>
              </a:r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feature scaling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.</a:t>
              </a:r>
            </a:p>
          </p:txBody>
        </p:sp>
        <p:pic>
          <p:nvPicPr>
            <p:cNvPr id="65" name="Picture 64" descr="pngwing.com">
              <a:extLst>
                <a:ext uri="{FF2B5EF4-FFF2-40B4-BE49-F238E27FC236}">
                  <a16:creationId xmlns:a16="http://schemas.microsoft.com/office/drawing/2014/main" id="{38207606-4F83-8D4B-9EEF-60536F092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1401" y="5143437"/>
              <a:ext cx="363374" cy="363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677137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19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-1989919" y="4717154"/>
            <a:ext cx="3058985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 rot="16200000">
            <a:off x="-1989920" y="1654741"/>
            <a:ext cx="3058985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/>
          <p:cNvSpPr/>
          <p:nvPr/>
        </p:nvSpPr>
        <p:spPr>
          <a:xfrm>
            <a:off x="13247802" y="5179789"/>
            <a:ext cx="6096000" cy="19373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machinelearningmastery.com</a:t>
            </a:r>
            <a:r>
              <a:rPr lang="pt-BR" dirty="0"/>
              <a:t>/</a:t>
            </a:r>
            <a:r>
              <a:rPr lang="pt-BR" dirty="0" err="1"/>
              <a:t>k</a:t>
            </a:r>
            <a:r>
              <a:rPr lang="pt-BR" dirty="0"/>
              <a:t>-</a:t>
            </a:r>
            <a:r>
              <a:rPr lang="pt-BR" dirty="0" err="1"/>
              <a:t>nearest</a:t>
            </a:r>
            <a:r>
              <a:rPr lang="pt-BR" dirty="0"/>
              <a:t>-</a:t>
            </a:r>
            <a:r>
              <a:rPr lang="pt-BR" dirty="0" err="1"/>
              <a:t>neighbors</a:t>
            </a:r>
            <a:r>
              <a:rPr lang="pt-BR" dirty="0"/>
              <a:t>-for-</a:t>
            </a:r>
            <a:r>
              <a:rPr lang="pt-BR" dirty="0" err="1"/>
              <a:t>machine</a:t>
            </a:r>
            <a:r>
              <a:rPr lang="pt-BR" dirty="0"/>
              <a:t>-</a:t>
            </a:r>
            <a:r>
              <a:rPr lang="pt-BR" dirty="0" err="1"/>
              <a:t>learning</a:t>
            </a:r>
            <a:r>
              <a:rPr lang="pt-BR" dirty="0"/>
              <a:t>/#:~:</a:t>
            </a:r>
            <a:r>
              <a:rPr lang="pt-BR" dirty="0" err="1"/>
              <a:t>text</a:t>
            </a:r>
            <a:r>
              <a:rPr lang="pt-BR" dirty="0"/>
              <a:t>=KNN%20for%20Classification&amp;text=If%20you%20are%20using%20K,an%20odd%20number%20of%20classes.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1F8C92-94C1-A341-8D4C-12E19ECB6202}"/>
              </a:ext>
            </a:extLst>
          </p:cNvPr>
          <p:cNvGrpSpPr/>
          <p:nvPr/>
        </p:nvGrpSpPr>
        <p:grpSpPr>
          <a:xfrm>
            <a:off x="478423" y="1729409"/>
            <a:ext cx="11235155" cy="3985591"/>
            <a:chOff x="686193" y="1729409"/>
            <a:chExt cx="11235155" cy="398559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t="4091" b="49174"/>
            <a:stretch/>
          </p:blipFill>
          <p:spPr>
            <a:xfrm>
              <a:off x="686193" y="1805940"/>
              <a:ext cx="5507423" cy="390906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3"/>
            <a:srcRect t="53250" b="-1"/>
            <a:stretch/>
          </p:blipFill>
          <p:spPr>
            <a:xfrm>
              <a:off x="6413924" y="1729409"/>
              <a:ext cx="5507424" cy="3910364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371475" y="6491195"/>
            <a:ext cx="246413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dirty="0" err="1">
                <a:solidFill>
                  <a:srgbClr val="696969"/>
                </a:solidFill>
                <a:latin typeface="Candara" panose="020E0502030303020204" pitchFamily="34" charset="0"/>
              </a:rPr>
              <a:t>https</a:t>
            </a:r>
            <a:r>
              <a:rPr lang="pt-BR" sz="1000" dirty="0">
                <a:solidFill>
                  <a:srgbClr val="696969"/>
                </a:solidFill>
                <a:latin typeface="Candara" panose="020E0502030303020204" pitchFamily="34" charset="0"/>
              </a:rPr>
              <a:t>://</a:t>
            </a:r>
            <a:r>
              <a:rPr lang="pt-BR" sz="1000" dirty="0" err="1">
                <a:solidFill>
                  <a:srgbClr val="696969"/>
                </a:solidFill>
                <a:latin typeface="Candara" panose="020E0502030303020204" pitchFamily="34" charset="0"/>
              </a:rPr>
              <a:t>stats.stackexchange.com</a:t>
            </a:r>
            <a:r>
              <a:rPr lang="pt-BR" sz="1000" dirty="0">
                <a:solidFill>
                  <a:srgbClr val="696969"/>
                </a:solidFill>
                <a:latin typeface="Candara" panose="020E0502030303020204" pitchFamily="34" charset="0"/>
              </a:rPr>
              <a:t>/a/287439</a:t>
            </a:r>
          </a:p>
        </p:txBody>
      </p:sp>
      <p:sp>
        <p:nvSpPr>
          <p:cNvPr id="19" name="Google Shape;208;p43">
            <a:extLst>
              <a:ext uri="{FF2B5EF4-FFF2-40B4-BE49-F238E27FC236}">
                <a16:creationId xmlns:a16="http://schemas.microsoft.com/office/drawing/2014/main" id="{87521077-33CB-CC47-9780-49F51FD0684F}"/>
              </a:ext>
            </a:extLst>
          </p:cNvPr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KNN with and without Feature Scaling</a:t>
            </a:r>
          </a:p>
        </p:txBody>
      </p:sp>
      <p:cxnSp>
        <p:nvCxnSpPr>
          <p:cNvPr id="20" name="Google Shape;211;p43">
            <a:extLst>
              <a:ext uri="{FF2B5EF4-FFF2-40B4-BE49-F238E27FC236}">
                <a16:creationId xmlns:a16="http://schemas.microsoft.com/office/drawing/2014/main" id="{0A69DF84-CE1E-5D4D-A65E-3BCC4883BE70}"/>
              </a:ext>
            </a:extLst>
          </p:cNvPr>
          <p:cNvCxnSpPr/>
          <p:nvPr/>
        </p:nvCxnSpPr>
        <p:spPr>
          <a:xfrm flipH="1">
            <a:off x="1891590" y="875975"/>
            <a:ext cx="840882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35E69EB-DD2E-184B-ABAC-4D3F59028AE3}"/>
              </a:ext>
            </a:extLst>
          </p:cNvPr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DA4C77-C89E-D441-B5AA-2DF6EE30DA62}"/>
              </a:ext>
            </a:extLst>
          </p:cNvPr>
          <p:cNvGrpSpPr/>
          <p:nvPr/>
        </p:nvGrpSpPr>
        <p:grpSpPr>
          <a:xfrm rot="21334693">
            <a:off x="4730486" y="5646758"/>
            <a:ext cx="2957992" cy="685059"/>
            <a:chOff x="333880" y="4966419"/>
            <a:chExt cx="2957992" cy="685059"/>
          </a:xfrm>
        </p:grpSpPr>
        <p:sp>
          <p:nvSpPr>
            <p:cNvPr id="24" name="Text Box 75">
              <a:extLst>
                <a:ext uri="{FF2B5EF4-FFF2-40B4-BE49-F238E27FC236}">
                  <a16:creationId xmlns:a16="http://schemas.microsoft.com/office/drawing/2014/main" id="{845E264F-32C9-8D49-9FE2-3E217F9A3EC2}"/>
                </a:ext>
              </a:extLst>
            </p:cNvPr>
            <p:cNvSpPr txBox="1"/>
            <p:nvPr/>
          </p:nvSpPr>
          <p:spPr>
            <a:xfrm>
              <a:off x="333880" y="4966419"/>
              <a:ext cx="2957992" cy="68505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>
                <a:lnSpc>
                  <a:spcPct val="125000"/>
                </a:lnSpc>
              </a:pP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KNN works properly after </a:t>
              </a:r>
              <a:r>
                <a:rPr lang="en-US" sz="1600" b="1" dirty="0">
                  <a:latin typeface="Candara" panose="020E0502030303020204" charset="0"/>
                  <a:cs typeface="Candara" panose="020E0502030303020204" charset="0"/>
                </a:rPr>
                <a:t>feature scaling 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your data.</a:t>
              </a:r>
            </a:p>
          </p:txBody>
        </p:sp>
        <p:pic>
          <p:nvPicPr>
            <p:cNvPr id="25" name="Picture 24" descr="pngwing.com">
              <a:extLst>
                <a:ext uri="{FF2B5EF4-FFF2-40B4-BE49-F238E27FC236}">
                  <a16:creationId xmlns:a16="http://schemas.microsoft.com/office/drawing/2014/main" id="{CB703404-223D-C34A-8FCA-DF975D5A2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401" y="5143437"/>
              <a:ext cx="363374" cy="363374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74664-64DF-4F49-A462-7903BC836243}"/>
              </a:ext>
            </a:extLst>
          </p:cNvPr>
          <p:cNvSpPr/>
          <p:nvPr/>
        </p:nvSpPr>
        <p:spPr>
          <a:xfrm>
            <a:off x="1054249" y="1418563"/>
            <a:ext cx="29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andara" panose="020E0502030303020204" pitchFamily="34" charset="0"/>
              </a:rPr>
              <a:t>Data without Feature Scaling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890440-3120-324F-8177-D14D631E122D}"/>
              </a:ext>
            </a:extLst>
          </p:cNvPr>
          <p:cNvSpPr/>
          <p:nvPr/>
        </p:nvSpPr>
        <p:spPr>
          <a:xfrm>
            <a:off x="6809592" y="1418563"/>
            <a:ext cx="28781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andara" panose="020E0502030303020204" pitchFamily="34" charset="0"/>
              </a:rPr>
              <a:t>Data with Feature Scaling</a:t>
            </a:r>
          </a:p>
        </p:txBody>
      </p:sp>
    </p:spTree>
    <p:extLst>
      <p:ext uri="{BB962C8B-B14F-4D97-AF65-F5344CB8AC3E}">
        <p14:creationId xmlns:p14="http://schemas.microsoft.com/office/powerpoint/2010/main" val="59247596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20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Choosing the value of K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522070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5062170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21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Choosing the value of K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522070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 Box 1">
            <a:extLst>
              <a:ext uri="{FF2B5EF4-FFF2-40B4-BE49-F238E27FC236}">
                <a16:creationId xmlns:a16="http://schemas.microsoft.com/office/drawing/2014/main" id="{4E67F6D3-3221-1F4D-B5B2-9CF677C974C2}"/>
              </a:ext>
            </a:extLst>
          </p:cNvPr>
          <p:cNvSpPr txBox="1"/>
          <p:nvPr/>
        </p:nvSpPr>
        <p:spPr>
          <a:xfrm>
            <a:off x="371474" y="1134110"/>
            <a:ext cx="11178701" cy="153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 is too small: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is sensitive to 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outliers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overfits the training data: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Higher error on different sets;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AE5C79-1762-B843-A7DE-C450F2730545}"/>
              </a:ext>
            </a:extLst>
          </p:cNvPr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23B900-6E88-C543-992A-E83A281E4D95}"/>
                </a:ext>
              </a:extLst>
            </p:cNvPr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4F9CA5E-B16A-0145-AC27-43F13E8E8BF3}"/>
                </a:ext>
              </a:extLst>
            </p:cNvPr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31CDBD5-AD3A-454F-ABC5-949263BE14EA}"/>
                </a:ext>
              </a:extLst>
            </p:cNvPr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2EA034D-E44E-7746-B5A5-D163DF3E2109}"/>
                </a:ext>
              </a:extLst>
            </p:cNvPr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BB3E928-B249-A547-B57E-7B5B71E527F3}"/>
                </a:ext>
              </a:extLst>
            </p:cNvPr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53968D-7816-8947-B31E-1EC05DC8E2A5}"/>
                </a:ext>
              </a:extLst>
            </p:cNvPr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FE6E86-47FD-1F47-9B7E-F97186238B9F}"/>
                </a:ext>
              </a:extLst>
            </p:cNvPr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B21792-FC78-0D46-81A5-B5DF6617990F}"/>
                </a:ext>
              </a:extLst>
            </p:cNvPr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5F9EA45-EDEC-AE43-A790-25CDFDD1E482}"/>
                </a:ext>
              </a:extLst>
            </p:cNvPr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C7304A-280D-C84B-95C2-C09C79576B58}"/>
                </a:ext>
              </a:extLst>
            </p:cNvPr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E4A3350-4CEF-9B49-AA76-5441B35BA7CD}"/>
                </a:ext>
              </a:extLst>
            </p:cNvPr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7DDB241-1A26-CB42-B2E1-99A60264202A}"/>
                </a:ext>
              </a:extLst>
            </p:cNvPr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4C7ACCE-8352-4C4E-98CF-482ADEB0579A}"/>
                </a:ext>
              </a:extLst>
            </p:cNvPr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63441BB-880E-9342-9BCE-3FBE18BFA2CF}"/>
                </a:ext>
              </a:extLst>
            </p:cNvPr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Isosceles Triangle 80">
              <a:extLst>
                <a:ext uri="{FF2B5EF4-FFF2-40B4-BE49-F238E27FC236}">
                  <a16:creationId xmlns:a16="http://schemas.microsoft.com/office/drawing/2014/main" id="{0A7FF439-0915-8A4A-9755-87BCBCA31005}"/>
                </a:ext>
              </a:extLst>
            </p:cNvPr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82">
              <a:extLst>
                <a:ext uri="{FF2B5EF4-FFF2-40B4-BE49-F238E27FC236}">
                  <a16:creationId xmlns:a16="http://schemas.microsoft.com/office/drawing/2014/main" id="{B67EB71A-ABCD-B24F-B20E-569E886BF1E5}"/>
                </a:ext>
              </a:extLst>
            </p:cNvPr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83">
              <a:extLst>
                <a:ext uri="{FF2B5EF4-FFF2-40B4-BE49-F238E27FC236}">
                  <a16:creationId xmlns:a16="http://schemas.microsoft.com/office/drawing/2014/main" id="{FDEE1394-DF49-DB49-9B24-152F71E99002}"/>
                </a:ext>
              </a:extLst>
            </p:cNvPr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Isosceles Triangle 84">
              <a:extLst>
                <a:ext uri="{FF2B5EF4-FFF2-40B4-BE49-F238E27FC236}">
                  <a16:creationId xmlns:a16="http://schemas.microsoft.com/office/drawing/2014/main" id="{E9B96123-564A-244C-B4C5-D48C686F8B8D}"/>
                </a:ext>
              </a:extLst>
            </p:cNvPr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85">
              <a:extLst>
                <a:ext uri="{FF2B5EF4-FFF2-40B4-BE49-F238E27FC236}">
                  <a16:creationId xmlns:a16="http://schemas.microsoft.com/office/drawing/2014/main" id="{F079BE49-DCD8-0A40-829E-2B63AB60D672}"/>
                </a:ext>
              </a:extLst>
            </p:cNvPr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86">
              <a:extLst>
                <a:ext uri="{FF2B5EF4-FFF2-40B4-BE49-F238E27FC236}">
                  <a16:creationId xmlns:a16="http://schemas.microsoft.com/office/drawing/2014/main" id="{5C704D22-4C64-F445-B603-C623A332ABA0}"/>
                </a:ext>
              </a:extLst>
            </p:cNvPr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87">
              <a:extLst>
                <a:ext uri="{FF2B5EF4-FFF2-40B4-BE49-F238E27FC236}">
                  <a16:creationId xmlns:a16="http://schemas.microsoft.com/office/drawing/2014/main" id="{1948765B-BC6C-7643-A52D-B37768182D96}"/>
                </a:ext>
              </a:extLst>
            </p:cNvPr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88">
              <a:extLst>
                <a:ext uri="{FF2B5EF4-FFF2-40B4-BE49-F238E27FC236}">
                  <a16:creationId xmlns:a16="http://schemas.microsoft.com/office/drawing/2014/main" id="{822DAEA0-8A2C-C645-BBC4-EBEF4043506A}"/>
                </a:ext>
              </a:extLst>
            </p:cNvPr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95">
              <a:extLst>
                <a:ext uri="{FF2B5EF4-FFF2-40B4-BE49-F238E27FC236}">
                  <a16:creationId xmlns:a16="http://schemas.microsoft.com/office/drawing/2014/main" id="{A4C024EC-62D6-6D49-B6AD-E83110872F1E}"/>
                </a:ext>
              </a:extLst>
            </p:cNvPr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96">
              <a:extLst>
                <a:ext uri="{FF2B5EF4-FFF2-40B4-BE49-F238E27FC236}">
                  <a16:creationId xmlns:a16="http://schemas.microsoft.com/office/drawing/2014/main" id="{BD7BDBF3-ADF0-324B-8773-AC6C25657766}"/>
                </a:ext>
              </a:extLst>
            </p:cNvPr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Isosceles Triangle 97">
              <a:extLst>
                <a:ext uri="{FF2B5EF4-FFF2-40B4-BE49-F238E27FC236}">
                  <a16:creationId xmlns:a16="http://schemas.microsoft.com/office/drawing/2014/main" id="{7D09F741-963D-1B4A-A4EC-AFFA9C097615}"/>
                </a:ext>
              </a:extLst>
            </p:cNvPr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Isosceles Triangle 98">
              <a:extLst>
                <a:ext uri="{FF2B5EF4-FFF2-40B4-BE49-F238E27FC236}">
                  <a16:creationId xmlns:a16="http://schemas.microsoft.com/office/drawing/2014/main" id="{E60CABF0-4D42-C345-A0B9-4747EFFE4D06}"/>
                </a:ext>
              </a:extLst>
            </p:cNvPr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99">
              <a:extLst>
                <a:ext uri="{FF2B5EF4-FFF2-40B4-BE49-F238E27FC236}">
                  <a16:creationId xmlns:a16="http://schemas.microsoft.com/office/drawing/2014/main" id="{BD37F929-2EFE-3042-8DF7-2894A1CCE362}"/>
                </a:ext>
              </a:extLst>
            </p:cNvPr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100">
              <a:extLst>
                <a:ext uri="{FF2B5EF4-FFF2-40B4-BE49-F238E27FC236}">
                  <a16:creationId xmlns:a16="http://schemas.microsoft.com/office/drawing/2014/main" id="{231D690E-754E-4E43-964D-FE72ECBCECE0}"/>
                </a:ext>
              </a:extLst>
            </p:cNvPr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101">
              <a:extLst>
                <a:ext uri="{FF2B5EF4-FFF2-40B4-BE49-F238E27FC236}">
                  <a16:creationId xmlns:a16="http://schemas.microsoft.com/office/drawing/2014/main" id="{F0270455-0FC2-8941-9FB2-6E39778E90DF}"/>
                </a:ext>
              </a:extLst>
            </p:cNvPr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37">
              <a:extLst>
                <a:ext uri="{FF2B5EF4-FFF2-40B4-BE49-F238E27FC236}">
                  <a16:creationId xmlns:a16="http://schemas.microsoft.com/office/drawing/2014/main" id="{A75DBB37-368D-3F43-8D8C-A029829A6F87}"/>
                </a:ext>
              </a:extLst>
            </p:cNvPr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6DB223A-2380-F248-B536-7675022D5FB2}"/>
                </a:ext>
              </a:extLst>
            </p:cNvPr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5DF71D4-8820-674B-827B-960A56198C53}"/>
                  </a:ext>
                </a:extLst>
              </p:cNvPr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243F09BB-EB06-8045-A432-B4E29CC67A92}"/>
                    </a:ext>
                  </a:extLst>
                </p:cNvPr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2F971122-7E8C-924B-9D3F-54169A3B4FF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CDD10E25-EC26-CD4D-A122-2F38C84183E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5F8092B2-C97E-1742-ACA2-6AB74E3FE564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340BC26A-A857-EA41-AE7A-12AB140E4556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07F5B939-AA21-1B40-A392-75D3A501D34C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3BE17610-3616-AC4C-8C89-5CDA9A5025DA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BE9F14D6-A328-E84F-B812-1678B4F5ACA0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3734F5F9-0C88-F845-A596-144A46F557D2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E21D8F30-3783-874B-BD08-2BDF73A31E2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2E54BCD3-F944-3A47-8A27-67E55E9CE81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6" name="TextBox 37">
                <a:extLst>
                  <a:ext uri="{FF2B5EF4-FFF2-40B4-BE49-F238E27FC236}">
                    <a16:creationId xmlns:a16="http://schemas.microsoft.com/office/drawing/2014/main" id="{C18F3BEB-66E6-9A48-9522-373C84FF5FCE}"/>
                  </a:ext>
                </a:extLst>
              </p:cNvPr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97" name="TextBox 37">
                <a:extLst>
                  <a:ext uri="{FF2B5EF4-FFF2-40B4-BE49-F238E27FC236}">
                    <a16:creationId xmlns:a16="http://schemas.microsoft.com/office/drawing/2014/main" id="{0A03DFAA-1CFC-7E46-9157-2420EB28EB63}"/>
                  </a:ext>
                </a:extLst>
              </p:cNvPr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98" name="TextBox 37">
                <a:extLst>
                  <a:ext uri="{FF2B5EF4-FFF2-40B4-BE49-F238E27FC236}">
                    <a16:creationId xmlns:a16="http://schemas.microsoft.com/office/drawing/2014/main" id="{C4093DFE-FB6F-DF4D-BBDE-4A795C90564C}"/>
                  </a:ext>
                </a:extLst>
              </p:cNvPr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99" name="TextBox 37">
                <a:extLst>
                  <a:ext uri="{FF2B5EF4-FFF2-40B4-BE49-F238E27FC236}">
                    <a16:creationId xmlns:a16="http://schemas.microsoft.com/office/drawing/2014/main" id="{4D362C88-1F53-834A-958A-77942B7202B3}"/>
                  </a:ext>
                </a:extLst>
              </p:cNvPr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0" name="TextBox 37">
                <a:extLst>
                  <a:ext uri="{FF2B5EF4-FFF2-40B4-BE49-F238E27FC236}">
                    <a16:creationId xmlns:a16="http://schemas.microsoft.com/office/drawing/2014/main" id="{E868DE26-71A6-2649-A9D4-5A90D4392DB0}"/>
                  </a:ext>
                </a:extLst>
              </p:cNvPr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01" name="TextBox 37">
                <a:extLst>
                  <a:ext uri="{FF2B5EF4-FFF2-40B4-BE49-F238E27FC236}">
                    <a16:creationId xmlns:a16="http://schemas.microsoft.com/office/drawing/2014/main" id="{2FE35BA4-4335-AE48-9EB7-C00C32AA2003}"/>
                  </a:ext>
                </a:extLst>
              </p:cNvPr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02" name="TextBox 37">
                <a:extLst>
                  <a:ext uri="{FF2B5EF4-FFF2-40B4-BE49-F238E27FC236}">
                    <a16:creationId xmlns:a16="http://schemas.microsoft.com/office/drawing/2014/main" id="{14F5635B-594B-454F-9235-F498B1BAD845}"/>
                  </a:ext>
                </a:extLst>
              </p:cNvPr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03" name="TextBox 37">
                <a:extLst>
                  <a:ext uri="{FF2B5EF4-FFF2-40B4-BE49-F238E27FC236}">
                    <a16:creationId xmlns:a16="http://schemas.microsoft.com/office/drawing/2014/main" id="{34472F97-16D9-6F4D-9BD3-A3153454F43B}"/>
                  </a:ext>
                </a:extLst>
              </p:cNvPr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04" name="TextBox 37">
                <a:extLst>
                  <a:ext uri="{FF2B5EF4-FFF2-40B4-BE49-F238E27FC236}">
                    <a16:creationId xmlns:a16="http://schemas.microsoft.com/office/drawing/2014/main" id="{E3966D0D-D1F8-BE4A-8C1C-82A2DEBB7622}"/>
                  </a:ext>
                </a:extLst>
              </p:cNvPr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05" name="TextBox 37">
                <a:extLst>
                  <a:ext uri="{FF2B5EF4-FFF2-40B4-BE49-F238E27FC236}">
                    <a16:creationId xmlns:a16="http://schemas.microsoft.com/office/drawing/2014/main" id="{2D3354C4-2794-5149-9A37-94BEAAD7CF1B}"/>
                  </a:ext>
                </a:extLst>
              </p:cNvPr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06" name="TextBox 37">
                <a:extLst>
                  <a:ext uri="{FF2B5EF4-FFF2-40B4-BE49-F238E27FC236}">
                    <a16:creationId xmlns:a16="http://schemas.microsoft.com/office/drawing/2014/main" id="{10891982-2C24-D44A-9DAF-EF543B56DC33}"/>
                  </a:ext>
                </a:extLst>
              </p:cNvPr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18CFEC7-A7E0-5447-9D5E-C0174DD837D0}"/>
                </a:ext>
              </a:extLst>
            </p:cNvPr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52DE565-21A6-E84A-B2A6-15B38982A9FE}"/>
                  </a:ext>
                </a:extLst>
              </p:cNvPr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7F227C8E-D6C1-9B47-A366-5B539299145B}"/>
                    </a:ext>
                  </a:extLst>
                </p:cNvPr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0CEF53A-50C4-0741-9403-5404B6469E79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25BB4AC-1F6E-E844-96DE-22939DBD780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E4620FF1-D68D-F44D-B628-CE7915DBF0B9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C57BDCAC-37DF-2F43-8935-B0AAF2E8626F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3C6AF76F-366B-0841-B8AC-081C439C76E8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5679BF99-EF22-7141-9181-BC3B6E53A443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E44971DD-1E90-824E-878B-E994F2608DBC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30CAA8E-7D29-644D-A493-67E597429C1F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A3155B64-7ADD-E94F-8A96-DD2C340E4A96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26E1A3B5-4748-594D-A5F3-43E4FB7D349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TextBox 37">
                <a:extLst>
                  <a:ext uri="{FF2B5EF4-FFF2-40B4-BE49-F238E27FC236}">
                    <a16:creationId xmlns:a16="http://schemas.microsoft.com/office/drawing/2014/main" id="{10DE2FED-D930-7546-B261-FED3258D0D11}"/>
                  </a:ext>
                </a:extLst>
              </p:cNvPr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74" name="TextBox 37">
                <a:extLst>
                  <a:ext uri="{FF2B5EF4-FFF2-40B4-BE49-F238E27FC236}">
                    <a16:creationId xmlns:a16="http://schemas.microsoft.com/office/drawing/2014/main" id="{F9527456-77E7-C64C-8F07-5A02C4F20FB6}"/>
                  </a:ext>
                </a:extLst>
              </p:cNvPr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75" name="TextBox 37">
                <a:extLst>
                  <a:ext uri="{FF2B5EF4-FFF2-40B4-BE49-F238E27FC236}">
                    <a16:creationId xmlns:a16="http://schemas.microsoft.com/office/drawing/2014/main" id="{308A8EA6-AE12-9B45-AE28-E4D6EDACF1EA}"/>
                  </a:ext>
                </a:extLst>
              </p:cNvPr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76" name="TextBox 37">
                <a:extLst>
                  <a:ext uri="{FF2B5EF4-FFF2-40B4-BE49-F238E27FC236}">
                    <a16:creationId xmlns:a16="http://schemas.microsoft.com/office/drawing/2014/main" id="{3526325F-675C-4E41-8B3B-69D0726BBFE7}"/>
                  </a:ext>
                </a:extLst>
              </p:cNvPr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77" name="TextBox 37">
                <a:extLst>
                  <a:ext uri="{FF2B5EF4-FFF2-40B4-BE49-F238E27FC236}">
                    <a16:creationId xmlns:a16="http://schemas.microsoft.com/office/drawing/2014/main" id="{644BA7B6-3852-4340-B4B0-9A6D51C23C0B}"/>
                  </a:ext>
                </a:extLst>
              </p:cNvPr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78" name="TextBox 37">
                <a:extLst>
                  <a:ext uri="{FF2B5EF4-FFF2-40B4-BE49-F238E27FC236}">
                    <a16:creationId xmlns:a16="http://schemas.microsoft.com/office/drawing/2014/main" id="{FD6D29C4-1ACD-8C48-8423-5CE9A202FF0D}"/>
                  </a:ext>
                </a:extLst>
              </p:cNvPr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79" name="TextBox 37">
                <a:extLst>
                  <a:ext uri="{FF2B5EF4-FFF2-40B4-BE49-F238E27FC236}">
                    <a16:creationId xmlns:a16="http://schemas.microsoft.com/office/drawing/2014/main" id="{C931A5BB-334C-6C4C-B54A-4A9BA2F40733}"/>
                  </a:ext>
                </a:extLst>
              </p:cNvPr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80" name="TextBox 37">
                <a:extLst>
                  <a:ext uri="{FF2B5EF4-FFF2-40B4-BE49-F238E27FC236}">
                    <a16:creationId xmlns:a16="http://schemas.microsoft.com/office/drawing/2014/main" id="{C1338D7B-64A0-3845-AECD-E03F47A81B03}"/>
                  </a:ext>
                </a:extLst>
              </p:cNvPr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81" name="TextBox 37">
                <a:extLst>
                  <a:ext uri="{FF2B5EF4-FFF2-40B4-BE49-F238E27FC236}">
                    <a16:creationId xmlns:a16="http://schemas.microsoft.com/office/drawing/2014/main" id="{6442242C-943F-5B4B-9C6E-EDB1376140C6}"/>
                  </a:ext>
                </a:extLst>
              </p:cNvPr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82" name="TextBox 37">
                <a:extLst>
                  <a:ext uri="{FF2B5EF4-FFF2-40B4-BE49-F238E27FC236}">
                    <a16:creationId xmlns:a16="http://schemas.microsoft.com/office/drawing/2014/main" id="{267A67BE-D4DE-CA47-B891-D67AE6F09FD3}"/>
                  </a:ext>
                </a:extLst>
              </p:cNvPr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83" name="TextBox 37">
                <a:extLst>
                  <a:ext uri="{FF2B5EF4-FFF2-40B4-BE49-F238E27FC236}">
                    <a16:creationId xmlns:a16="http://schemas.microsoft.com/office/drawing/2014/main" id="{EBEB1BDB-43A2-104D-9EB3-D2063D1B2CE3}"/>
                  </a:ext>
                </a:extLst>
              </p:cNvPr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DB4308-6C82-B74F-8542-6CC5DFA78C4B}"/>
                </a:ext>
              </a:extLst>
            </p:cNvPr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C06445D-4102-0743-B537-101D31D8F59C}"/>
                </a:ext>
              </a:extLst>
            </p:cNvPr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18C819-BE55-DD4C-9D4E-57C1D57014D7}"/>
                </a:ext>
              </a:extLst>
            </p:cNvPr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D52C7E-67A4-E245-826B-178DB2E835E9}"/>
                </a:ext>
              </a:extLst>
            </p:cNvPr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Isosceles Triangle 131">
              <a:extLst>
                <a:ext uri="{FF2B5EF4-FFF2-40B4-BE49-F238E27FC236}">
                  <a16:creationId xmlns:a16="http://schemas.microsoft.com/office/drawing/2014/main" id="{BE77E1DE-5F1E-714A-A235-70549320571E}"/>
                </a:ext>
              </a:extLst>
            </p:cNvPr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Isosceles Triangle 132">
              <a:extLst>
                <a:ext uri="{FF2B5EF4-FFF2-40B4-BE49-F238E27FC236}">
                  <a16:creationId xmlns:a16="http://schemas.microsoft.com/office/drawing/2014/main" id="{DB363869-6E3F-864A-80E5-F74DF5CD5FED}"/>
                </a:ext>
              </a:extLst>
            </p:cNvPr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Isosceles Triangle 133">
              <a:extLst>
                <a:ext uri="{FF2B5EF4-FFF2-40B4-BE49-F238E27FC236}">
                  <a16:creationId xmlns:a16="http://schemas.microsoft.com/office/drawing/2014/main" id="{67BE5606-1FA2-5D47-9D21-931CEC25ACC7}"/>
                </a:ext>
              </a:extLst>
            </p:cNvPr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Isosceles Triangle 134">
              <a:extLst>
                <a:ext uri="{FF2B5EF4-FFF2-40B4-BE49-F238E27FC236}">
                  <a16:creationId xmlns:a16="http://schemas.microsoft.com/office/drawing/2014/main" id="{F310E27D-1D00-C04D-AC8C-4919FE3D4834}"/>
                </a:ext>
              </a:extLst>
            </p:cNvPr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135">
              <a:extLst>
                <a:ext uri="{FF2B5EF4-FFF2-40B4-BE49-F238E27FC236}">
                  <a16:creationId xmlns:a16="http://schemas.microsoft.com/office/drawing/2014/main" id="{EA2B9691-8A00-324C-812A-F29D0EC75A04}"/>
                </a:ext>
              </a:extLst>
            </p:cNvPr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136">
              <a:extLst>
                <a:ext uri="{FF2B5EF4-FFF2-40B4-BE49-F238E27FC236}">
                  <a16:creationId xmlns:a16="http://schemas.microsoft.com/office/drawing/2014/main" id="{47D4D3A0-589E-CA4F-BAD4-C94E485E5BE2}"/>
                </a:ext>
              </a:extLst>
            </p:cNvPr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137">
              <a:extLst>
                <a:ext uri="{FF2B5EF4-FFF2-40B4-BE49-F238E27FC236}">
                  <a16:creationId xmlns:a16="http://schemas.microsoft.com/office/drawing/2014/main" id="{1812E91D-88AD-7D4B-AF23-F44F7492689E}"/>
                </a:ext>
              </a:extLst>
            </p:cNvPr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138">
              <a:extLst>
                <a:ext uri="{FF2B5EF4-FFF2-40B4-BE49-F238E27FC236}">
                  <a16:creationId xmlns:a16="http://schemas.microsoft.com/office/drawing/2014/main" id="{58573206-6500-4340-842D-B12C1BB75A72}"/>
                </a:ext>
              </a:extLst>
            </p:cNvPr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58DD6D-FEA5-1A40-BC82-76B00AC6F6D1}"/>
                </a:ext>
              </a:extLst>
            </p:cNvPr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36A2FDC-93DF-A74A-A0AD-6FE2992B5EA8}"/>
                </a:ext>
              </a:extLst>
            </p:cNvPr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F80908D-F6E4-FC44-8E61-85BE45D63461}"/>
                </a:ext>
              </a:extLst>
            </p:cNvPr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F2A94A3-A38B-6E4E-8C03-7CB4FFC9A3DC}"/>
                </a:ext>
              </a:extLst>
            </p:cNvPr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5503D9A-D0F5-0A41-A61A-E645C7D366C7}"/>
                </a:ext>
              </a:extLst>
            </p:cNvPr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EE446EB-6EE2-5A4E-9093-9594CF201987}"/>
                  </a:ext>
                </a:extLst>
              </p:cNvPr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68" name="Text Box 1">
                <a:extLst>
                  <a:ext uri="{FF2B5EF4-FFF2-40B4-BE49-F238E27FC236}">
                    <a16:creationId xmlns:a16="http://schemas.microsoft.com/office/drawing/2014/main" id="{F2ED53C7-D9DE-8E4E-91DC-2CBB30FCADEF}"/>
                  </a:ext>
                </a:extLst>
              </p:cNvPr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69" name="Isosceles Triangle 149">
                <a:extLst>
                  <a:ext uri="{FF2B5EF4-FFF2-40B4-BE49-F238E27FC236}">
                    <a16:creationId xmlns:a16="http://schemas.microsoft.com/office/drawing/2014/main" id="{44B69D7E-5EF4-C64C-884F-6B3E13F10DF3}"/>
                  </a:ext>
                </a:extLst>
              </p:cNvPr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 Box 1">
                <a:extLst>
                  <a:ext uri="{FF2B5EF4-FFF2-40B4-BE49-F238E27FC236}">
                    <a16:creationId xmlns:a16="http://schemas.microsoft.com/office/drawing/2014/main" id="{0CB61346-4340-5545-AB61-2E988EE95646}"/>
                  </a:ext>
                </a:extLst>
              </p:cNvPr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71" name="Rectangles 152">
                <a:extLst>
                  <a:ext uri="{FF2B5EF4-FFF2-40B4-BE49-F238E27FC236}">
                    <a16:creationId xmlns:a16="http://schemas.microsoft.com/office/drawing/2014/main" id="{4EFAC01D-CE73-B946-B6AB-8249032762AC}"/>
                  </a:ext>
                </a:extLst>
              </p:cNvPr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8" name="Cross 117">
            <a:extLst>
              <a:ext uri="{FF2B5EF4-FFF2-40B4-BE49-F238E27FC236}">
                <a16:creationId xmlns:a16="http://schemas.microsoft.com/office/drawing/2014/main" id="{FD93F907-4F5E-DA4A-98F9-FB799E18923C}"/>
              </a:ext>
            </a:extLst>
          </p:cNvPr>
          <p:cNvSpPr/>
          <p:nvPr/>
        </p:nvSpPr>
        <p:spPr>
          <a:xfrm>
            <a:off x="8606473" y="1909520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EEC95FB-1ADA-844D-B89A-A3F2F95393FC}"/>
              </a:ext>
            </a:extLst>
          </p:cNvPr>
          <p:cNvSpPr/>
          <p:nvPr/>
        </p:nvSpPr>
        <p:spPr>
          <a:xfrm>
            <a:off x="8444873" y="1772359"/>
            <a:ext cx="498326" cy="453024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2891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22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Choosing the value of K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522070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 Box 1">
            <a:extLst>
              <a:ext uri="{FF2B5EF4-FFF2-40B4-BE49-F238E27FC236}">
                <a16:creationId xmlns:a16="http://schemas.microsoft.com/office/drawing/2014/main" id="{4E67F6D3-3221-1F4D-B5B2-9CF677C974C2}"/>
              </a:ext>
            </a:extLst>
          </p:cNvPr>
          <p:cNvSpPr txBox="1"/>
          <p:nvPr/>
        </p:nvSpPr>
        <p:spPr>
          <a:xfrm>
            <a:off x="371474" y="1134110"/>
            <a:ext cx="11178701" cy="2639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 is too small: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is sensitive to 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outliers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overfits the training data: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Higher error on different sets;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 is too large: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Neighbors can include samples from other classes;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performs poorly on both train and validation set;</a:t>
            </a:r>
            <a:endParaRPr lang="en-US" sz="1600" b="1" dirty="0"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AE5C79-1762-B843-A7DE-C450F2730545}"/>
              </a:ext>
            </a:extLst>
          </p:cNvPr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23B900-6E88-C543-992A-E83A281E4D95}"/>
                </a:ext>
              </a:extLst>
            </p:cNvPr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4F9CA5E-B16A-0145-AC27-43F13E8E8BF3}"/>
                </a:ext>
              </a:extLst>
            </p:cNvPr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31CDBD5-AD3A-454F-ABC5-949263BE14EA}"/>
                </a:ext>
              </a:extLst>
            </p:cNvPr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2EA034D-E44E-7746-B5A5-D163DF3E2109}"/>
                </a:ext>
              </a:extLst>
            </p:cNvPr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BB3E928-B249-A547-B57E-7B5B71E527F3}"/>
                </a:ext>
              </a:extLst>
            </p:cNvPr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53968D-7816-8947-B31E-1EC05DC8E2A5}"/>
                </a:ext>
              </a:extLst>
            </p:cNvPr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FE6E86-47FD-1F47-9B7E-F97186238B9F}"/>
                </a:ext>
              </a:extLst>
            </p:cNvPr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B21792-FC78-0D46-81A5-B5DF6617990F}"/>
                </a:ext>
              </a:extLst>
            </p:cNvPr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5F9EA45-EDEC-AE43-A790-25CDFDD1E482}"/>
                </a:ext>
              </a:extLst>
            </p:cNvPr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C7304A-280D-C84B-95C2-C09C79576B58}"/>
                </a:ext>
              </a:extLst>
            </p:cNvPr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E4A3350-4CEF-9B49-AA76-5441B35BA7CD}"/>
                </a:ext>
              </a:extLst>
            </p:cNvPr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7DDB241-1A26-CB42-B2E1-99A60264202A}"/>
                </a:ext>
              </a:extLst>
            </p:cNvPr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4C7ACCE-8352-4C4E-98CF-482ADEB0579A}"/>
                </a:ext>
              </a:extLst>
            </p:cNvPr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63441BB-880E-9342-9BCE-3FBE18BFA2CF}"/>
                </a:ext>
              </a:extLst>
            </p:cNvPr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Isosceles Triangle 80">
              <a:extLst>
                <a:ext uri="{FF2B5EF4-FFF2-40B4-BE49-F238E27FC236}">
                  <a16:creationId xmlns:a16="http://schemas.microsoft.com/office/drawing/2014/main" id="{0A7FF439-0915-8A4A-9755-87BCBCA31005}"/>
                </a:ext>
              </a:extLst>
            </p:cNvPr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82">
              <a:extLst>
                <a:ext uri="{FF2B5EF4-FFF2-40B4-BE49-F238E27FC236}">
                  <a16:creationId xmlns:a16="http://schemas.microsoft.com/office/drawing/2014/main" id="{B67EB71A-ABCD-B24F-B20E-569E886BF1E5}"/>
                </a:ext>
              </a:extLst>
            </p:cNvPr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83">
              <a:extLst>
                <a:ext uri="{FF2B5EF4-FFF2-40B4-BE49-F238E27FC236}">
                  <a16:creationId xmlns:a16="http://schemas.microsoft.com/office/drawing/2014/main" id="{FDEE1394-DF49-DB49-9B24-152F71E99002}"/>
                </a:ext>
              </a:extLst>
            </p:cNvPr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Isosceles Triangle 84">
              <a:extLst>
                <a:ext uri="{FF2B5EF4-FFF2-40B4-BE49-F238E27FC236}">
                  <a16:creationId xmlns:a16="http://schemas.microsoft.com/office/drawing/2014/main" id="{E9B96123-564A-244C-B4C5-D48C686F8B8D}"/>
                </a:ext>
              </a:extLst>
            </p:cNvPr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85">
              <a:extLst>
                <a:ext uri="{FF2B5EF4-FFF2-40B4-BE49-F238E27FC236}">
                  <a16:creationId xmlns:a16="http://schemas.microsoft.com/office/drawing/2014/main" id="{F079BE49-DCD8-0A40-829E-2B63AB60D672}"/>
                </a:ext>
              </a:extLst>
            </p:cNvPr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86">
              <a:extLst>
                <a:ext uri="{FF2B5EF4-FFF2-40B4-BE49-F238E27FC236}">
                  <a16:creationId xmlns:a16="http://schemas.microsoft.com/office/drawing/2014/main" id="{5C704D22-4C64-F445-B603-C623A332ABA0}"/>
                </a:ext>
              </a:extLst>
            </p:cNvPr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87">
              <a:extLst>
                <a:ext uri="{FF2B5EF4-FFF2-40B4-BE49-F238E27FC236}">
                  <a16:creationId xmlns:a16="http://schemas.microsoft.com/office/drawing/2014/main" id="{1948765B-BC6C-7643-A52D-B37768182D96}"/>
                </a:ext>
              </a:extLst>
            </p:cNvPr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88">
              <a:extLst>
                <a:ext uri="{FF2B5EF4-FFF2-40B4-BE49-F238E27FC236}">
                  <a16:creationId xmlns:a16="http://schemas.microsoft.com/office/drawing/2014/main" id="{822DAEA0-8A2C-C645-BBC4-EBEF4043506A}"/>
                </a:ext>
              </a:extLst>
            </p:cNvPr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95">
              <a:extLst>
                <a:ext uri="{FF2B5EF4-FFF2-40B4-BE49-F238E27FC236}">
                  <a16:creationId xmlns:a16="http://schemas.microsoft.com/office/drawing/2014/main" id="{A4C024EC-62D6-6D49-B6AD-E83110872F1E}"/>
                </a:ext>
              </a:extLst>
            </p:cNvPr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96">
              <a:extLst>
                <a:ext uri="{FF2B5EF4-FFF2-40B4-BE49-F238E27FC236}">
                  <a16:creationId xmlns:a16="http://schemas.microsoft.com/office/drawing/2014/main" id="{BD7BDBF3-ADF0-324B-8773-AC6C25657766}"/>
                </a:ext>
              </a:extLst>
            </p:cNvPr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Isosceles Triangle 97">
              <a:extLst>
                <a:ext uri="{FF2B5EF4-FFF2-40B4-BE49-F238E27FC236}">
                  <a16:creationId xmlns:a16="http://schemas.microsoft.com/office/drawing/2014/main" id="{7D09F741-963D-1B4A-A4EC-AFFA9C097615}"/>
                </a:ext>
              </a:extLst>
            </p:cNvPr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Isosceles Triangle 98">
              <a:extLst>
                <a:ext uri="{FF2B5EF4-FFF2-40B4-BE49-F238E27FC236}">
                  <a16:creationId xmlns:a16="http://schemas.microsoft.com/office/drawing/2014/main" id="{E60CABF0-4D42-C345-A0B9-4747EFFE4D06}"/>
                </a:ext>
              </a:extLst>
            </p:cNvPr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99">
              <a:extLst>
                <a:ext uri="{FF2B5EF4-FFF2-40B4-BE49-F238E27FC236}">
                  <a16:creationId xmlns:a16="http://schemas.microsoft.com/office/drawing/2014/main" id="{BD37F929-2EFE-3042-8DF7-2894A1CCE362}"/>
                </a:ext>
              </a:extLst>
            </p:cNvPr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100">
              <a:extLst>
                <a:ext uri="{FF2B5EF4-FFF2-40B4-BE49-F238E27FC236}">
                  <a16:creationId xmlns:a16="http://schemas.microsoft.com/office/drawing/2014/main" id="{231D690E-754E-4E43-964D-FE72ECBCECE0}"/>
                </a:ext>
              </a:extLst>
            </p:cNvPr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101">
              <a:extLst>
                <a:ext uri="{FF2B5EF4-FFF2-40B4-BE49-F238E27FC236}">
                  <a16:creationId xmlns:a16="http://schemas.microsoft.com/office/drawing/2014/main" id="{F0270455-0FC2-8941-9FB2-6E39778E90DF}"/>
                </a:ext>
              </a:extLst>
            </p:cNvPr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37">
              <a:extLst>
                <a:ext uri="{FF2B5EF4-FFF2-40B4-BE49-F238E27FC236}">
                  <a16:creationId xmlns:a16="http://schemas.microsoft.com/office/drawing/2014/main" id="{A75DBB37-368D-3F43-8D8C-A029829A6F87}"/>
                </a:ext>
              </a:extLst>
            </p:cNvPr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6DB223A-2380-F248-B536-7675022D5FB2}"/>
                </a:ext>
              </a:extLst>
            </p:cNvPr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5DF71D4-8820-674B-827B-960A56198C53}"/>
                  </a:ext>
                </a:extLst>
              </p:cNvPr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243F09BB-EB06-8045-A432-B4E29CC67A92}"/>
                    </a:ext>
                  </a:extLst>
                </p:cNvPr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2F971122-7E8C-924B-9D3F-54169A3B4FF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CDD10E25-EC26-CD4D-A122-2F38C84183E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5F8092B2-C97E-1742-ACA2-6AB74E3FE564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340BC26A-A857-EA41-AE7A-12AB140E4556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07F5B939-AA21-1B40-A392-75D3A501D34C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3BE17610-3616-AC4C-8C89-5CDA9A5025DA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BE9F14D6-A328-E84F-B812-1678B4F5ACA0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3734F5F9-0C88-F845-A596-144A46F557D2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E21D8F30-3783-874B-BD08-2BDF73A31E2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2E54BCD3-F944-3A47-8A27-67E55E9CE81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6" name="TextBox 37">
                <a:extLst>
                  <a:ext uri="{FF2B5EF4-FFF2-40B4-BE49-F238E27FC236}">
                    <a16:creationId xmlns:a16="http://schemas.microsoft.com/office/drawing/2014/main" id="{C18F3BEB-66E6-9A48-9522-373C84FF5FCE}"/>
                  </a:ext>
                </a:extLst>
              </p:cNvPr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97" name="TextBox 37">
                <a:extLst>
                  <a:ext uri="{FF2B5EF4-FFF2-40B4-BE49-F238E27FC236}">
                    <a16:creationId xmlns:a16="http://schemas.microsoft.com/office/drawing/2014/main" id="{0A03DFAA-1CFC-7E46-9157-2420EB28EB63}"/>
                  </a:ext>
                </a:extLst>
              </p:cNvPr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98" name="TextBox 37">
                <a:extLst>
                  <a:ext uri="{FF2B5EF4-FFF2-40B4-BE49-F238E27FC236}">
                    <a16:creationId xmlns:a16="http://schemas.microsoft.com/office/drawing/2014/main" id="{C4093DFE-FB6F-DF4D-BBDE-4A795C90564C}"/>
                  </a:ext>
                </a:extLst>
              </p:cNvPr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99" name="TextBox 37">
                <a:extLst>
                  <a:ext uri="{FF2B5EF4-FFF2-40B4-BE49-F238E27FC236}">
                    <a16:creationId xmlns:a16="http://schemas.microsoft.com/office/drawing/2014/main" id="{4D362C88-1F53-834A-958A-77942B7202B3}"/>
                  </a:ext>
                </a:extLst>
              </p:cNvPr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0" name="TextBox 37">
                <a:extLst>
                  <a:ext uri="{FF2B5EF4-FFF2-40B4-BE49-F238E27FC236}">
                    <a16:creationId xmlns:a16="http://schemas.microsoft.com/office/drawing/2014/main" id="{E868DE26-71A6-2649-A9D4-5A90D4392DB0}"/>
                  </a:ext>
                </a:extLst>
              </p:cNvPr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01" name="TextBox 37">
                <a:extLst>
                  <a:ext uri="{FF2B5EF4-FFF2-40B4-BE49-F238E27FC236}">
                    <a16:creationId xmlns:a16="http://schemas.microsoft.com/office/drawing/2014/main" id="{2FE35BA4-4335-AE48-9EB7-C00C32AA2003}"/>
                  </a:ext>
                </a:extLst>
              </p:cNvPr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02" name="TextBox 37">
                <a:extLst>
                  <a:ext uri="{FF2B5EF4-FFF2-40B4-BE49-F238E27FC236}">
                    <a16:creationId xmlns:a16="http://schemas.microsoft.com/office/drawing/2014/main" id="{14F5635B-594B-454F-9235-F498B1BAD845}"/>
                  </a:ext>
                </a:extLst>
              </p:cNvPr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03" name="TextBox 37">
                <a:extLst>
                  <a:ext uri="{FF2B5EF4-FFF2-40B4-BE49-F238E27FC236}">
                    <a16:creationId xmlns:a16="http://schemas.microsoft.com/office/drawing/2014/main" id="{34472F97-16D9-6F4D-9BD3-A3153454F43B}"/>
                  </a:ext>
                </a:extLst>
              </p:cNvPr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04" name="TextBox 37">
                <a:extLst>
                  <a:ext uri="{FF2B5EF4-FFF2-40B4-BE49-F238E27FC236}">
                    <a16:creationId xmlns:a16="http://schemas.microsoft.com/office/drawing/2014/main" id="{E3966D0D-D1F8-BE4A-8C1C-82A2DEBB7622}"/>
                  </a:ext>
                </a:extLst>
              </p:cNvPr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05" name="TextBox 37">
                <a:extLst>
                  <a:ext uri="{FF2B5EF4-FFF2-40B4-BE49-F238E27FC236}">
                    <a16:creationId xmlns:a16="http://schemas.microsoft.com/office/drawing/2014/main" id="{2D3354C4-2794-5149-9A37-94BEAAD7CF1B}"/>
                  </a:ext>
                </a:extLst>
              </p:cNvPr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06" name="TextBox 37">
                <a:extLst>
                  <a:ext uri="{FF2B5EF4-FFF2-40B4-BE49-F238E27FC236}">
                    <a16:creationId xmlns:a16="http://schemas.microsoft.com/office/drawing/2014/main" id="{10891982-2C24-D44A-9DAF-EF543B56DC33}"/>
                  </a:ext>
                </a:extLst>
              </p:cNvPr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18CFEC7-A7E0-5447-9D5E-C0174DD837D0}"/>
                </a:ext>
              </a:extLst>
            </p:cNvPr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52DE565-21A6-E84A-B2A6-15B38982A9FE}"/>
                  </a:ext>
                </a:extLst>
              </p:cNvPr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7F227C8E-D6C1-9B47-A366-5B539299145B}"/>
                    </a:ext>
                  </a:extLst>
                </p:cNvPr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0CEF53A-50C4-0741-9403-5404B6469E79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25BB4AC-1F6E-E844-96DE-22939DBD780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E4620FF1-D68D-F44D-B628-CE7915DBF0B9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C57BDCAC-37DF-2F43-8935-B0AAF2E8626F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3C6AF76F-366B-0841-B8AC-081C439C76E8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5679BF99-EF22-7141-9181-BC3B6E53A443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E44971DD-1E90-824E-878B-E994F2608DBC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30CAA8E-7D29-644D-A493-67E597429C1F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A3155B64-7ADD-E94F-8A96-DD2C340E4A96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26E1A3B5-4748-594D-A5F3-43E4FB7D349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TextBox 37">
                <a:extLst>
                  <a:ext uri="{FF2B5EF4-FFF2-40B4-BE49-F238E27FC236}">
                    <a16:creationId xmlns:a16="http://schemas.microsoft.com/office/drawing/2014/main" id="{10DE2FED-D930-7546-B261-FED3258D0D11}"/>
                  </a:ext>
                </a:extLst>
              </p:cNvPr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74" name="TextBox 37">
                <a:extLst>
                  <a:ext uri="{FF2B5EF4-FFF2-40B4-BE49-F238E27FC236}">
                    <a16:creationId xmlns:a16="http://schemas.microsoft.com/office/drawing/2014/main" id="{F9527456-77E7-C64C-8F07-5A02C4F20FB6}"/>
                  </a:ext>
                </a:extLst>
              </p:cNvPr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75" name="TextBox 37">
                <a:extLst>
                  <a:ext uri="{FF2B5EF4-FFF2-40B4-BE49-F238E27FC236}">
                    <a16:creationId xmlns:a16="http://schemas.microsoft.com/office/drawing/2014/main" id="{308A8EA6-AE12-9B45-AE28-E4D6EDACF1EA}"/>
                  </a:ext>
                </a:extLst>
              </p:cNvPr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76" name="TextBox 37">
                <a:extLst>
                  <a:ext uri="{FF2B5EF4-FFF2-40B4-BE49-F238E27FC236}">
                    <a16:creationId xmlns:a16="http://schemas.microsoft.com/office/drawing/2014/main" id="{3526325F-675C-4E41-8B3B-69D0726BBFE7}"/>
                  </a:ext>
                </a:extLst>
              </p:cNvPr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77" name="TextBox 37">
                <a:extLst>
                  <a:ext uri="{FF2B5EF4-FFF2-40B4-BE49-F238E27FC236}">
                    <a16:creationId xmlns:a16="http://schemas.microsoft.com/office/drawing/2014/main" id="{644BA7B6-3852-4340-B4B0-9A6D51C23C0B}"/>
                  </a:ext>
                </a:extLst>
              </p:cNvPr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78" name="TextBox 37">
                <a:extLst>
                  <a:ext uri="{FF2B5EF4-FFF2-40B4-BE49-F238E27FC236}">
                    <a16:creationId xmlns:a16="http://schemas.microsoft.com/office/drawing/2014/main" id="{FD6D29C4-1ACD-8C48-8423-5CE9A202FF0D}"/>
                  </a:ext>
                </a:extLst>
              </p:cNvPr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79" name="TextBox 37">
                <a:extLst>
                  <a:ext uri="{FF2B5EF4-FFF2-40B4-BE49-F238E27FC236}">
                    <a16:creationId xmlns:a16="http://schemas.microsoft.com/office/drawing/2014/main" id="{C931A5BB-334C-6C4C-B54A-4A9BA2F40733}"/>
                  </a:ext>
                </a:extLst>
              </p:cNvPr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80" name="TextBox 37">
                <a:extLst>
                  <a:ext uri="{FF2B5EF4-FFF2-40B4-BE49-F238E27FC236}">
                    <a16:creationId xmlns:a16="http://schemas.microsoft.com/office/drawing/2014/main" id="{C1338D7B-64A0-3845-AECD-E03F47A81B03}"/>
                  </a:ext>
                </a:extLst>
              </p:cNvPr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81" name="TextBox 37">
                <a:extLst>
                  <a:ext uri="{FF2B5EF4-FFF2-40B4-BE49-F238E27FC236}">
                    <a16:creationId xmlns:a16="http://schemas.microsoft.com/office/drawing/2014/main" id="{6442242C-943F-5B4B-9C6E-EDB1376140C6}"/>
                  </a:ext>
                </a:extLst>
              </p:cNvPr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82" name="TextBox 37">
                <a:extLst>
                  <a:ext uri="{FF2B5EF4-FFF2-40B4-BE49-F238E27FC236}">
                    <a16:creationId xmlns:a16="http://schemas.microsoft.com/office/drawing/2014/main" id="{267A67BE-D4DE-CA47-B891-D67AE6F09FD3}"/>
                  </a:ext>
                </a:extLst>
              </p:cNvPr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83" name="TextBox 37">
                <a:extLst>
                  <a:ext uri="{FF2B5EF4-FFF2-40B4-BE49-F238E27FC236}">
                    <a16:creationId xmlns:a16="http://schemas.microsoft.com/office/drawing/2014/main" id="{EBEB1BDB-43A2-104D-9EB3-D2063D1B2CE3}"/>
                  </a:ext>
                </a:extLst>
              </p:cNvPr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DB4308-6C82-B74F-8542-6CC5DFA78C4B}"/>
                </a:ext>
              </a:extLst>
            </p:cNvPr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C06445D-4102-0743-B537-101D31D8F59C}"/>
                </a:ext>
              </a:extLst>
            </p:cNvPr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18C819-BE55-DD4C-9D4E-57C1D57014D7}"/>
                </a:ext>
              </a:extLst>
            </p:cNvPr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D52C7E-67A4-E245-826B-178DB2E835E9}"/>
                </a:ext>
              </a:extLst>
            </p:cNvPr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Isosceles Triangle 131">
              <a:extLst>
                <a:ext uri="{FF2B5EF4-FFF2-40B4-BE49-F238E27FC236}">
                  <a16:creationId xmlns:a16="http://schemas.microsoft.com/office/drawing/2014/main" id="{BE77E1DE-5F1E-714A-A235-70549320571E}"/>
                </a:ext>
              </a:extLst>
            </p:cNvPr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Isosceles Triangle 132">
              <a:extLst>
                <a:ext uri="{FF2B5EF4-FFF2-40B4-BE49-F238E27FC236}">
                  <a16:creationId xmlns:a16="http://schemas.microsoft.com/office/drawing/2014/main" id="{DB363869-6E3F-864A-80E5-F74DF5CD5FED}"/>
                </a:ext>
              </a:extLst>
            </p:cNvPr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Isosceles Triangle 133">
              <a:extLst>
                <a:ext uri="{FF2B5EF4-FFF2-40B4-BE49-F238E27FC236}">
                  <a16:creationId xmlns:a16="http://schemas.microsoft.com/office/drawing/2014/main" id="{67BE5606-1FA2-5D47-9D21-931CEC25ACC7}"/>
                </a:ext>
              </a:extLst>
            </p:cNvPr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Isosceles Triangle 134">
              <a:extLst>
                <a:ext uri="{FF2B5EF4-FFF2-40B4-BE49-F238E27FC236}">
                  <a16:creationId xmlns:a16="http://schemas.microsoft.com/office/drawing/2014/main" id="{F310E27D-1D00-C04D-AC8C-4919FE3D4834}"/>
                </a:ext>
              </a:extLst>
            </p:cNvPr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135">
              <a:extLst>
                <a:ext uri="{FF2B5EF4-FFF2-40B4-BE49-F238E27FC236}">
                  <a16:creationId xmlns:a16="http://schemas.microsoft.com/office/drawing/2014/main" id="{EA2B9691-8A00-324C-812A-F29D0EC75A04}"/>
                </a:ext>
              </a:extLst>
            </p:cNvPr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136">
              <a:extLst>
                <a:ext uri="{FF2B5EF4-FFF2-40B4-BE49-F238E27FC236}">
                  <a16:creationId xmlns:a16="http://schemas.microsoft.com/office/drawing/2014/main" id="{47D4D3A0-589E-CA4F-BAD4-C94E485E5BE2}"/>
                </a:ext>
              </a:extLst>
            </p:cNvPr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137">
              <a:extLst>
                <a:ext uri="{FF2B5EF4-FFF2-40B4-BE49-F238E27FC236}">
                  <a16:creationId xmlns:a16="http://schemas.microsoft.com/office/drawing/2014/main" id="{1812E91D-88AD-7D4B-AF23-F44F7492689E}"/>
                </a:ext>
              </a:extLst>
            </p:cNvPr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138">
              <a:extLst>
                <a:ext uri="{FF2B5EF4-FFF2-40B4-BE49-F238E27FC236}">
                  <a16:creationId xmlns:a16="http://schemas.microsoft.com/office/drawing/2014/main" id="{58573206-6500-4340-842D-B12C1BB75A72}"/>
                </a:ext>
              </a:extLst>
            </p:cNvPr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58DD6D-FEA5-1A40-BC82-76B00AC6F6D1}"/>
                </a:ext>
              </a:extLst>
            </p:cNvPr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36A2FDC-93DF-A74A-A0AD-6FE2992B5EA8}"/>
                </a:ext>
              </a:extLst>
            </p:cNvPr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F80908D-F6E4-FC44-8E61-85BE45D63461}"/>
                </a:ext>
              </a:extLst>
            </p:cNvPr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F2A94A3-A38B-6E4E-8C03-7CB4FFC9A3DC}"/>
                </a:ext>
              </a:extLst>
            </p:cNvPr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5503D9A-D0F5-0A41-A61A-E645C7D366C7}"/>
                </a:ext>
              </a:extLst>
            </p:cNvPr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EE446EB-6EE2-5A4E-9093-9594CF201987}"/>
                  </a:ext>
                </a:extLst>
              </p:cNvPr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68" name="Text Box 1">
                <a:extLst>
                  <a:ext uri="{FF2B5EF4-FFF2-40B4-BE49-F238E27FC236}">
                    <a16:creationId xmlns:a16="http://schemas.microsoft.com/office/drawing/2014/main" id="{F2ED53C7-D9DE-8E4E-91DC-2CBB30FCADEF}"/>
                  </a:ext>
                </a:extLst>
              </p:cNvPr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69" name="Isosceles Triangle 149">
                <a:extLst>
                  <a:ext uri="{FF2B5EF4-FFF2-40B4-BE49-F238E27FC236}">
                    <a16:creationId xmlns:a16="http://schemas.microsoft.com/office/drawing/2014/main" id="{44B69D7E-5EF4-C64C-884F-6B3E13F10DF3}"/>
                  </a:ext>
                </a:extLst>
              </p:cNvPr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 Box 1">
                <a:extLst>
                  <a:ext uri="{FF2B5EF4-FFF2-40B4-BE49-F238E27FC236}">
                    <a16:creationId xmlns:a16="http://schemas.microsoft.com/office/drawing/2014/main" id="{0CB61346-4340-5545-AB61-2E988EE95646}"/>
                  </a:ext>
                </a:extLst>
              </p:cNvPr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71" name="Rectangles 152">
                <a:extLst>
                  <a:ext uri="{FF2B5EF4-FFF2-40B4-BE49-F238E27FC236}">
                    <a16:creationId xmlns:a16="http://schemas.microsoft.com/office/drawing/2014/main" id="{4EFAC01D-CE73-B946-B6AB-8249032762AC}"/>
                  </a:ext>
                </a:extLst>
              </p:cNvPr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8" name="Cross 117">
            <a:extLst>
              <a:ext uri="{FF2B5EF4-FFF2-40B4-BE49-F238E27FC236}">
                <a16:creationId xmlns:a16="http://schemas.microsoft.com/office/drawing/2014/main" id="{FD93F907-4F5E-DA4A-98F9-FB799E18923C}"/>
              </a:ext>
            </a:extLst>
          </p:cNvPr>
          <p:cNvSpPr/>
          <p:nvPr/>
        </p:nvSpPr>
        <p:spPr>
          <a:xfrm>
            <a:off x="8739915" y="306341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EEC95FB-1ADA-844D-B89A-A3F2F95393FC}"/>
              </a:ext>
            </a:extLst>
          </p:cNvPr>
          <p:cNvSpPr/>
          <p:nvPr/>
        </p:nvSpPr>
        <p:spPr>
          <a:xfrm>
            <a:off x="7568336" y="1893986"/>
            <a:ext cx="2524627" cy="2524627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1242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23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Choosing the value of K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522070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 Box 1">
            <a:extLst>
              <a:ext uri="{FF2B5EF4-FFF2-40B4-BE49-F238E27FC236}">
                <a16:creationId xmlns:a16="http://schemas.microsoft.com/office/drawing/2014/main" id="{4E67F6D3-3221-1F4D-B5B2-9CF677C974C2}"/>
              </a:ext>
            </a:extLst>
          </p:cNvPr>
          <p:cNvSpPr txBox="1"/>
          <p:nvPr/>
        </p:nvSpPr>
        <p:spPr>
          <a:xfrm>
            <a:off x="371474" y="1134110"/>
            <a:ext cx="11178701" cy="33781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 is too small: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is sensitive to 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outliers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overfits the training data: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Higher error on different sets;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 is too large: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Neighbors can include samples from other classes;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performs poorly on both train and validation set;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a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hyperparameter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so we can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optimize it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for our problem;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For example, by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Cross-Validation Grid Search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AE5C79-1762-B843-A7DE-C450F2730545}"/>
              </a:ext>
            </a:extLst>
          </p:cNvPr>
          <p:cNvGrpSpPr/>
          <p:nvPr/>
        </p:nvGrpSpPr>
        <p:grpSpPr>
          <a:xfrm>
            <a:off x="6505258" y="1428115"/>
            <a:ext cx="4073525" cy="4001770"/>
            <a:chOff x="10083" y="3351"/>
            <a:chExt cx="6415" cy="630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23B900-6E88-C543-992A-E83A281E4D95}"/>
                </a:ext>
              </a:extLst>
            </p:cNvPr>
            <p:cNvSpPr txBox="1"/>
            <p:nvPr/>
          </p:nvSpPr>
          <p:spPr>
            <a:xfrm rot="16200000">
              <a:off x="8450" y="5822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weekly study hours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4F9CA5E-B16A-0145-AC27-43F13E8E8BF3}"/>
                </a:ext>
              </a:extLst>
            </p:cNvPr>
            <p:cNvSpPr/>
            <p:nvPr/>
          </p:nvSpPr>
          <p:spPr>
            <a:xfrm>
              <a:off x="11535" y="83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31CDBD5-AD3A-454F-ABC5-949263BE14EA}"/>
                </a:ext>
              </a:extLst>
            </p:cNvPr>
            <p:cNvSpPr/>
            <p:nvPr/>
          </p:nvSpPr>
          <p:spPr>
            <a:xfrm>
              <a:off x="12195" y="807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2EA034D-E44E-7746-B5A5-D163DF3E2109}"/>
                </a:ext>
              </a:extLst>
            </p:cNvPr>
            <p:cNvSpPr/>
            <p:nvPr/>
          </p:nvSpPr>
          <p:spPr>
            <a:xfrm>
              <a:off x="12211" y="748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BB3E928-B249-A547-B57E-7B5B71E527F3}"/>
                </a:ext>
              </a:extLst>
            </p:cNvPr>
            <p:cNvSpPr/>
            <p:nvPr/>
          </p:nvSpPr>
          <p:spPr>
            <a:xfrm>
              <a:off x="12816" y="804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53968D-7816-8947-B31E-1EC05DC8E2A5}"/>
                </a:ext>
              </a:extLst>
            </p:cNvPr>
            <p:cNvSpPr/>
            <p:nvPr/>
          </p:nvSpPr>
          <p:spPr>
            <a:xfrm>
              <a:off x="12366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FE6E86-47FD-1F47-9B7E-F97186238B9F}"/>
                </a:ext>
              </a:extLst>
            </p:cNvPr>
            <p:cNvSpPr/>
            <p:nvPr/>
          </p:nvSpPr>
          <p:spPr>
            <a:xfrm>
              <a:off x="12704" y="7471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B21792-FC78-0D46-81A5-B5DF6617990F}"/>
                </a:ext>
              </a:extLst>
            </p:cNvPr>
            <p:cNvSpPr/>
            <p:nvPr/>
          </p:nvSpPr>
          <p:spPr>
            <a:xfrm>
              <a:off x="13334" y="843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5F9EA45-EDEC-AE43-A790-25CDFDD1E482}"/>
                </a:ext>
              </a:extLst>
            </p:cNvPr>
            <p:cNvSpPr/>
            <p:nvPr/>
          </p:nvSpPr>
          <p:spPr>
            <a:xfrm>
              <a:off x="13192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C7304A-280D-C84B-95C2-C09C79576B58}"/>
                </a:ext>
              </a:extLst>
            </p:cNvPr>
            <p:cNvSpPr/>
            <p:nvPr/>
          </p:nvSpPr>
          <p:spPr>
            <a:xfrm>
              <a:off x="13635" y="818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E4A3350-4CEF-9B49-AA76-5441B35BA7CD}"/>
                </a:ext>
              </a:extLst>
            </p:cNvPr>
            <p:cNvSpPr/>
            <p:nvPr/>
          </p:nvSpPr>
          <p:spPr>
            <a:xfrm>
              <a:off x="14153" y="819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7DDB241-1A26-CB42-B2E1-99A60264202A}"/>
                </a:ext>
              </a:extLst>
            </p:cNvPr>
            <p:cNvSpPr/>
            <p:nvPr/>
          </p:nvSpPr>
          <p:spPr>
            <a:xfrm>
              <a:off x="13585" y="7427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4C7ACCE-8352-4C4E-98CF-482ADEB0579A}"/>
                </a:ext>
              </a:extLst>
            </p:cNvPr>
            <p:cNvSpPr/>
            <p:nvPr/>
          </p:nvSpPr>
          <p:spPr>
            <a:xfrm>
              <a:off x="13840" y="76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63441BB-880E-9342-9BCE-3FBE18BFA2CF}"/>
                </a:ext>
              </a:extLst>
            </p:cNvPr>
            <p:cNvSpPr/>
            <p:nvPr/>
          </p:nvSpPr>
          <p:spPr>
            <a:xfrm>
              <a:off x="15630" y="522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Isosceles Triangle 80">
              <a:extLst>
                <a:ext uri="{FF2B5EF4-FFF2-40B4-BE49-F238E27FC236}">
                  <a16:creationId xmlns:a16="http://schemas.microsoft.com/office/drawing/2014/main" id="{0A7FF439-0915-8A4A-9755-87BCBCA31005}"/>
                </a:ext>
              </a:extLst>
            </p:cNvPr>
            <p:cNvSpPr/>
            <p:nvPr/>
          </p:nvSpPr>
          <p:spPr>
            <a:xfrm>
              <a:off x="11990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82">
              <a:extLst>
                <a:ext uri="{FF2B5EF4-FFF2-40B4-BE49-F238E27FC236}">
                  <a16:creationId xmlns:a16="http://schemas.microsoft.com/office/drawing/2014/main" id="{B67EB71A-ABCD-B24F-B20E-569E886BF1E5}"/>
                </a:ext>
              </a:extLst>
            </p:cNvPr>
            <p:cNvSpPr/>
            <p:nvPr/>
          </p:nvSpPr>
          <p:spPr>
            <a:xfrm>
              <a:off x="11524" y="76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83">
              <a:extLst>
                <a:ext uri="{FF2B5EF4-FFF2-40B4-BE49-F238E27FC236}">
                  <a16:creationId xmlns:a16="http://schemas.microsoft.com/office/drawing/2014/main" id="{FDEE1394-DF49-DB49-9B24-152F71E99002}"/>
                </a:ext>
              </a:extLst>
            </p:cNvPr>
            <p:cNvSpPr/>
            <p:nvPr/>
          </p:nvSpPr>
          <p:spPr>
            <a:xfrm>
              <a:off x="13363" y="6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Isosceles Triangle 84">
              <a:extLst>
                <a:ext uri="{FF2B5EF4-FFF2-40B4-BE49-F238E27FC236}">
                  <a16:creationId xmlns:a16="http://schemas.microsoft.com/office/drawing/2014/main" id="{E9B96123-564A-244C-B4C5-D48C686F8B8D}"/>
                </a:ext>
              </a:extLst>
            </p:cNvPr>
            <p:cNvSpPr/>
            <p:nvPr/>
          </p:nvSpPr>
          <p:spPr>
            <a:xfrm>
              <a:off x="15021" y="395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85">
              <a:extLst>
                <a:ext uri="{FF2B5EF4-FFF2-40B4-BE49-F238E27FC236}">
                  <a16:creationId xmlns:a16="http://schemas.microsoft.com/office/drawing/2014/main" id="{F079BE49-DCD8-0A40-829E-2B63AB60D672}"/>
                </a:ext>
              </a:extLst>
            </p:cNvPr>
            <p:cNvSpPr/>
            <p:nvPr/>
          </p:nvSpPr>
          <p:spPr>
            <a:xfrm>
              <a:off x="14192" y="6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86">
              <a:extLst>
                <a:ext uri="{FF2B5EF4-FFF2-40B4-BE49-F238E27FC236}">
                  <a16:creationId xmlns:a16="http://schemas.microsoft.com/office/drawing/2014/main" id="{5C704D22-4C64-F445-B603-C623A332ABA0}"/>
                </a:ext>
              </a:extLst>
            </p:cNvPr>
            <p:cNvSpPr/>
            <p:nvPr/>
          </p:nvSpPr>
          <p:spPr>
            <a:xfrm>
              <a:off x="15425" y="653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87">
              <a:extLst>
                <a:ext uri="{FF2B5EF4-FFF2-40B4-BE49-F238E27FC236}">
                  <a16:creationId xmlns:a16="http://schemas.microsoft.com/office/drawing/2014/main" id="{1948765B-BC6C-7643-A52D-B37768182D96}"/>
                </a:ext>
              </a:extLst>
            </p:cNvPr>
            <p:cNvSpPr/>
            <p:nvPr/>
          </p:nvSpPr>
          <p:spPr>
            <a:xfrm>
              <a:off x="15665" y="600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88">
              <a:extLst>
                <a:ext uri="{FF2B5EF4-FFF2-40B4-BE49-F238E27FC236}">
                  <a16:creationId xmlns:a16="http://schemas.microsoft.com/office/drawing/2014/main" id="{822DAEA0-8A2C-C645-BBC4-EBEF4043506A}"/>
                </a:ext>
              </a:extLst>
            </p:cNvPr>
            <p:cNvSpPr/>
            <p:nvPr/>
          </p:nvSpPr>
          <p:spPr>
            <a:xfrm>
              <a:off x="15298" y="576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95">
              <a:extLst>
                <a:ext uri="{FF2B5EF4-FFF2-40B4-BE49-F238E27FC236}">
                  <a16:creationId xmlns:a16="http://schemas.microsoft.com/office/drawing/2014/main" id="{A4C024EC-62D6-6D49-B6AD-E83110872F1E}"/>
                </a:ext>
              </a:extLst>
            </p:cNvPr>
            <p:cNvSpPr/>
            <p:nvPr/>
          </p:nvSpPr>
          <p:spPr>
            <a:xfrm>
              <a:off x="14688" y="565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96">
              <a:extLst>
                <a:ext uri="{FF2B5EF4-FFF2-40B4-BE49-F238E27FC236}">
                  <a16:creationId xmlns:a16="http://schemas.microsoft.com/office/drawing/2014/main" id="{BD7BDBF3-ADF0-324B-8773-AC6C25657766}"/>
                </a:ext>
              </a:extLst>
            </p:cNvPr>
            <p:cNvSpPr/>
            <p:nvPr/>
          </p:nvSpPr>
          <p:spPr>
            <a:xfrm>
              <a:off x="14397" y="5150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Isosceles Triangle 97">
              <a:extLst>
                <a:ext uri="{FF2B5EF4-FFF2-40B4-BE49-F238E27FC236}">
                  <a16:creationId xmlns:a16="http://schemas.microsoft.com/office/drawing/2014/main" id="{7D09F741-963D-1B4A-A4EC-AFFA9C097615}"/>
                </a:ext>
              </a:extLst>
            </p:cNvPr>
            <p:cNvSpPr/>
            <p:nvPr/>
          </p:nvSpPr>
          <p:spPr>
            <a:xfrm>
              <a:off x="14861" y="481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Isosceles Triangle 98">
              <a:extLst>
                <a:ext uri="{FF2B5EF4-FFF2-40B4-BE49-F238E27FC236}">
                  <a16:creationId xmlns:a16="http://schemas.microsoft.com/office/drawing/2014/main" id="{E60CABF0-4D42-C345-A0B9-4747EFFE4D06}"/>
                </a:ext>
              </a:extLst>
            </p:cNvPr>
            <p:cNvSpPr/>
            <p:nvPr/>
          </p:nvSpPr>
          <p:spPr>
            <a:xfrm>
              <a:off x="13790" y="4969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99">
              <a:extLst>
                <a:ext uri="{FF2B5EF4-FFF2-40B4-BE49-F238E27FC236}">
                  <a16:creationId xmlns:a16="http://schemas.microsoft.com/office/drawing/2014/main" id="{BD37F929-2EFE-3042-8DF7-2894A1CCE362}"/>
                </a:ext>
              </a:extLst>
            </p:cNvPr>
            <p:cNvSpPr/>
            <p:nvPr/>
          </p:nvSpPr>
          <p:spPr>
            <a:xfrm>
              <a:off x="14357" y="4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100">
              <a:extLst>
                <a:ext uri="{FF2B5EF4-FFF2-40B4-BE49-F238E27FC236}">
                  <a16:creationId xmlns:a16="http://schemas.microsoft.com/office/drawing/2014/main" id="{231D690E-754E-4E43-964D-FE72ECBCECE0}"/>
                </a:ext>
              </a:extLst>
            </p:cNvPr>
            <p:cNvSpPr/>
            <p:nvPr/>
          </p:nvSpPr>
          <p:spPr>
            <a:xfrm>
              <a:off x="14978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101">
              <a:extLst>
                <a:ext uri="{FF2B5EF4-FFF2-40B4-BE49-F238E27FC236}">
                  <a16:creationId xmlns:a16="http://schemas.microsoft.com/office/drawing/2014/main" id="{F0270455-0FC2-8941-9FB2-6E39778E90DF}"/>
                </a:ext>
              </a:extLst>
            </p:cNvPr>
            <p:cNvSpPr/>
            <p:nvPr/>
          </p:nvSpPr>
          <p:spPr>
            <a:xfrm>
              <a:off x="14357" y="4164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37">
              <a:extLst>
                <a:ext uri="{FF2B5EF4-FFF2-40B4-BE49-F238E27FC236}">
                  <a16:creationId xmlns:a16="http://schemas.microsoft.com/office/drawing/2014/main" id="{A75DBB37-368D-3F43-8D8C-A029829A6F87}"/>
                </a:ext>
              </a:extLst>
            </p:cNvPr>
            <p:cNvSpPr txBox="1"/>
            <p:nvPr/>
          </p:nvSpPr>
          <p:spPr>
            <a:xfrm>
              <a:off x="11857" y="9123"/>
              <a:ext cx="37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vo" panose="02000000000000000000" pitchFamily="2" charset="77"/>
                </a:rPr>
                <a:t>mean grade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6DB223A-2380-F248-B536-7675022D5FB2}"/>
                </a:ext>
              </a:extLst>
            </p:cNvPr>
            <p:cNvGrpSpPr/>
            <p:nvPr/>
          </p:nvGrpSpPr>
          <p:grpSpPr>
            <a:xfrm>
              <a:off x="11010" y="8542"/>
              <a:ext cx="5489" cy="581"/>
              <a:chOff x="11010" y="8542"/>
              <a:chExt cx="5489" cy="581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5DF71D4-8820-674B-827B-960A56198C53}"/>
                  </a:ext>
                </a:extLst>
              </p:cNvPr>
              <p:cNvGrpSpPr/>
              <p:nvPr/>
            </p:nvGrpSpPr>
            <p:grpSpPr>
              <a:xfrm rot="5400000">
                <a:off x="13683" y="6020"/>
                <a:ext cx="294" cy="5338"/>
                <a:chOff x="11014" y="3351"/>
                <a:chExt cx="294" cy="5338"/>
              </a:xfrm>
            </p:grpSpPr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243F09BB-EB06-8045-A432-B4E29CC67A92}"/>
                    </a:ext>
                  </a:extLst>
                </p:cNvPr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2F971122-7E8C-924B-9D3F-54169A3B4FF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CDD10E25-EC26-CD4D-A122-2F38C84183E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5F8092B2-C97E-1742-ACA2-6AB74E3FE564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340BC26A-A857-EA41-AE7A-12AB140E4556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07F5B939-AA21-1B40-A392-75D3A501D34C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3BE17610-3616-AC4C-8C89-5CDA9A5025DA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BE9F14D6-A328-E84F-B812-1678B4F5ACA0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3734F5F9-0C88-F845-A596-144A46F557D2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E21D8F30-3783-874B-BD08-2BDF73A31E2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2E54BCD3-F944-3A47-8A27-67E55E9CE81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6" name="TextBox 37">
                <a:extLst>
                  <a:ext uri="{FF2B5EF4-FFF2-40B4-BE49-F238E27FC236}">
                    <a16:creationId xmlns:a16="http://schemas.microsoft.com/office/drawing/2014/main" id="{C18F3BEB-66E6-9A48-9522-373C84FF5FCE}"/>
                  </a:ext>
                </a:extLst>
              </p:cNvPr>
              <p:cNvSpPr txBox="1"/>
              <p:nvPr/>
            </p:nvSpPr>
            <p:spPr>
              <a:xfrm>
                <a:off x="1101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97" name="TextBox 37">
                <a:extLst>
                  <a:ext uri="{FF2B5EF4-FFF2-40B4-BE49-F238E27FC236}">
                    <a16:creationId xmlns:a16="http://schemas.microsoft.com/office/drawing/2014/main" id="{0A03DFAA-1CFC-7E46-9157-2420EB28EB63}"/>
                  </a:ext>
                </a:extLst>
              </p:cNvPr>
              <p:cNvSpPr txBox="1"/>
              <p:nvPr/>
            </p:nvSpPr>
            <p:spPr>
              <a:xfrm>
                <a:off x="11524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98" name="TextBox 37">
                <a:extLst>
                  <a:ext uri="{FF2B5EF4-FFF2-40B4-BE49-F238E27FC236}">
                    <a16:creationId xmlns:a16="http://schemas.microsoft.com/office/drawing/2014/main" id="{C4093DFE-FB6F-DF4D-BBDE-4A795C90564C}"/>
                  </a:ext>
                </a:extLst>
              </p:cNvPr>
              <p:cNvSpPr txBox="1"/>
              <p:nvPr/>
            </p:nvSpPr>
            <p:spPr>
              <a:xfrm>
                <a:off x="1202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99" name="TextBox 37">
                <a:extLst>
                  <a:ext uri="{FF2B5EF4-FFF2-40B4-BE49-F238E27FC236}">
                    <a16:creationId xmlns:a16="http://schemas.microsoft.com/office/drawing/2014/main" id="{4D362C88-1F53-834A-958A-77942B7202B3}"/>
                  </a:ext>
                </a:extLst>
              </p:cNvPr>
              <p:cNvSpPr txBox="1"/>
              <p:nvPr/>
            </p:nvSpPr>
            <p:spPr>
              <a:xfrm>
                <a:off x="1251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100" name="TextBox 37">
                <a:extLst>
                  <a:ext uri="{FF2B5EF4-FFF2-40B4-BE49-F238E27FC236}">
                    <a16:creationId xmlns:a16="http://schemas.microsoft.com/office/drawing/2014/main" id="{E868DE26-71A6-2649-A9D4-5A90D4392DB0}"/>
                  </a:ext>
                </a:extLst>
              </p:cNvPr>
              <p:cNvSpPr txBox="1"/>
              <p:nvPr/>
            </p:nvSpPr>
            <p:spPr>
              <a:xfrm>
                <a:off x="13020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101" name="TextBox 37">
                <a:extLst>
                  <a:ext uri="{FF2B5EF4-FFF2-40B4-BE49-F238E27FC236}">
                    <a16:creationId xmlns:a16="http://schemas.microsoft.com/office/drawing/2014/main" id="{2FE35BA4-4335-AE48-9EB7-C00C32AA2003}"/>
                  </a:ext>
                </a:extLst>
              </p:cNvPr>
              <p:cNvSpPr txBox="1"/>
              <p:nvPr/>
            </p:nvSpPr>
            <p:spPr>
              <a:xfrm>
                <a:off x="13515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102" name="TextBox 37">
                <a:extLst>
                  <a:ext uri="{FF2B5EF4-FFF2-40B4-BE49-F238E27FC236}">
                    <a16:creationId xmlns:a16="http://schemas.microsoft.com/office/drawing/2014/main" id="{14F5635B-594B-454F-9235-F498B1BAD845}"/>
                  </a:ext>
                </a:extLst>
              </p:cNvPr>
              <p:cNvSpPr txBox="1"/>
              <p:nvPr/>
            </p:nvSpPr>
            <p:spPr>
              <a:xfrm>
                <a:off x="14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103" name="TextBox 37">
                <a:extLst>
                  <a:ext uri="{FF2B5EF4-FFF2-40B4-BE49-F238E27FC236}">
                    <a16:creationId xmlns:a16="http://schemas.microsoft.com/office/drawing/2014/main" id="{34472F97-16D9-6F4D-9BD3-A3153454F43B}"/>
                  </a:ext>
                </a:extLst>
              </p:cNvPr>
              <p:cNvSpPr txBox="1"/>
              <p:nvPr/>
            </p:nvSpPr>
            <p:spPr>
              <a:xfrm>
                <a:off x="14517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104" name="TextBox 37">
                <a:extLst>
                  <a:ext uri="{FF2B5EF4-FFF2-40B4-BE49-F238E27FC236}">
                    <a16:creationId xmlns:a16="http://schemas.microsoft.com/office/drawing/2014/main" id="{E3966D0D-D1F8-BE4A-8C1C-82A2DEBB7622}"/>
                  </a:ext>
                </a:extLst>
              </p:cNvPr>
              <p:cNvSpPr txBox="1"/>
              <p:nvPr/>
            </p:nvSpPr>
            <p:spPr>
              <a:xfrm>
                <a:off x="15021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105" name="TextBox 37">
                <a:extLst>
                  <a:ext uri="{FF2B5EF4-FFF2-40B4-BE49-F238E27FC236}">
                    <a16:creationId xmlns:a16="http://schemas.microsoft.com/office/drawing/2014/main" id="{2D3354C4-2794-5149-9A37-94BEAAD7CF1B}"/>
                  </a:ext>
                </a:extLst>
              </p:cNvPr>
              <p:cNvSpPr txBox="1"/>
              <p:nvPr/>
            </p:nvSpPr>
            <p:spPr>
              <a:xfrm>
                <a:off x="15503" y="87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106" name="TextBox 37">
                <a:extLst>
                  <a:ext uri="{FF2B5EF4-FFF2-40B4-BE49-F238E27FC236}">
                    <a16:creationId xmlns:a16="http://schemas.microsoft.com/office/drawing/2014/main" id="{10891982-2C24-D44A-9DAF-EF543B56DC33}"/>
                  </a:ext>
                </a:extLst>
              </p:cNvPr>
              <p:cNvSpPr txBox="1"/>
              <p:nvPr/>
            </p:nvSpPr>
            <p:spPr>
              <a:xfrm>
                <a:off x="15906" y="8737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18CFEC7-A7E0-5447-9D5E-C0174DD837D0}"/>
                </a:ext>
              </a:extLst>
            </p:cNvPr>
            <p:cNvGrpSpPr/>
            <p:nvPr/>
          </p:nvGrpSpPr>
          <p:grpSpPr>
            <a:xfrm>
              <a:off x="10547" y="3351"/>
              <a:ext cx="761" cy="5472"/>
              <a:chOff x="10547" y="3351"/>
              <a:chExt cx="761" cy="5472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52DE565-21A6-E84A-B2A6-15B38982A9FE}"/>
                  </a:ext>
                </a:extLst>
              </p:cNvPr>
              <p:cNvGrpSpPr/>
              <p:nvPr/>
            </p:nvGrpSpPr>
            <p:grpSpPr>
              <a:xfrm>
                <a:off x="11014" y="3351"/>
                <a:ext cx="294" cy="5338"/>
                <a:chOff x="11014" y="3351"/>
                <a:chExt cx="294" cy="5338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7F227C8E-D6C1-9B47-A366-5B539299145B}"/>
                    </a:ext>
                  </a:extLst>
                </p:cNvPr>
                <p:cNvCxnSpPr/>
                <p:nvPr/>
              </p:nvCxnSpPr>
              <p:spPr>
                <a:xfrm rot="16200000">
                  <a:off x="8492" y="6020"/>
                  <a:ext cx="533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0CEF53A-50C4-0741-9403-5404B6469E79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800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25BB4AC-1F6E-E844-96DE-22939DBD7805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0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E4620FF1-D68D-F44D-B628-CE7915DBF0B9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015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C57BDCAC-37DF-2F43-8935-B0AAF2E8626F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029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3C6AF76F-366B-0841-B8AC-081C439C76E8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517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5679BF99-EF22-7141-9181-BC3B6E53A443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702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E44971DD-1E90-824E-878B-E994F2608DBC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6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30CAA8E-7D29-644D-A493-67E597429C1F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5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A3155B64-7ADD-E94F-8A96-DD2C340E4A96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4511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26E1A3B5-4748-594D-A5F3-43E4FB7D349E}"/>
                    </a:ext>
                  </a:extLst>
                </p:cNvPr>
                <p:cNvCxnSpPr/>
                <p:nvPr/>
              </p:nvCxnSpPr>
              <p:spPr>
                <a:xfrm rot="16200000" flipV="1">
                  <a:off x="11161" y="3516"/>
                  <a:ext cx="0" cy="29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TextBox 37">
                <a:extLst>
                  <a:ext uri="{FF2B5EF4-FFF2-40B4-BE49-F238E27FC236}">
                    <a16:creationId xmlns:a16="http://schemas.microsoft.com/office/drawing/2014/main" id="{10DE2FED-D930-7546-B261-FED3258D0D11}"/>
                  </a:ext>
                </a:extLst>
              </p:cNvPr>
              <p:cNvSpPr txBox="1"/>
              <p:nvPr/>
            </p:nvSpPr>
            <p:spPr>
              <a:xfrm>
                <a:off x="10657" y="8437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0</a:t>
                </a:r>
              </a:p>
            </p:txBody>
          </p:sp>
          <p:sp>
            <p:nvSpPr>
              <p:cNvPr id="74" name="TextBox 37">
                <a:extLst>
                  <a:ext uri="{FF2B5EF4-FFF2-40B4-BE49-F238E27FC236}">
                    <a16:creationId xmlns:a16="http://schemas.microsoft.com/office/drawing/2014/main" id="{F9527456-77E7-C64C-8F07-5A02C4F20FB6}"/>
                  </a:ext>
                </a:extLst>
              </p:cNvPr>
              <p:cNvSpPr txBox="1"/>
              <p:nvPr/>
            </p:nvSpPr>
            <p:spPr>
              <a:xfrm>
                <a:off x="10657" y="7962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</a:t>
                </a:r>
              </a:p>
            </p:txBody>
          </p:sp>
          <p:sp>
            <p:nvSpPr>
              <p:cNvPr id="75" name="TextBox 37">
                <a:extLst>
                  <a:ext uri="{FF2B5EF4-FFF2-40B4-BE49-F238E27FC236}">
                    <a16:creationId xmlns:a16="http://schemas.microsoft.com/office/drawing/2014/main" id="{308A8EA6-AE12-9B45-AE28-E4D6EDACF1EA}"/>
                  </a:ext>
                </a:extLst>
              </p:cNvPr>
              <p:cNvSpPr txBox="1"/>
              <p:nvPr/>
            </p:nvSpPr>
            <p:spPr>
              <a:xfrm>
                <a:off x="10657" y="7471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2</a:t>
                </a:r>
              </a:p>
            </p:txBody>
          </p:sp>
          <p:sp>
            <p:nvSpPr>
              <p:cNvPr id="76" name="TextBox 37">
                <a:extLst>
                  <a:ext uri="{FF2B5EF4-FFF2-40B4-BE49-F238E27FC236}">
                    <a16:creationId xmlns:a16="http://schemas.microsoft.com/office/drawing/2014/main" id="{3526325F-675C-4E41-8B3B-69D0726BBFE7}"/>
                  </a:ext>
                </a:extLst>
              </p:cNvPr>
              <p:cNvSpPr txBox="1"/>
              <p:nvPr/>
            </p:nvSpPr>
            <p:spPr>
              <a:xfrm>
                <a:off x="10657" y="697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3</a:t>
                </a:r>
              </a:p>
            </p:txBody>
          </p:sp>
          <p:sp>
            <p:nvSpPr>
              <p:cNvPr id="77" name="TextBox 37">
                <a:extLst>
                  <a:ext uri="{FF2B5EF4-FFF2-40B4-BE49-F238E27FC236}">
                    <a16:creationId xmlns:a16="http://schemas.microsoft.com/office/drawing/2014/main" id="{644BA7B6-3852-4340-B4B0-9A6D51C23C0B}"/>
                  </a:ext>
                </a:extLst>
              </p:cNvPr>
              <p:cNvSpPr txBox="1"/>
              <p:nvPr/>
            </p:nvSpPr>
            <p:spPr>
              <a:xfrm>
                <a:off x="10657" y="6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4</a:t>
                </a:r>
              </a:p>
            </p:txBody>
          </p:sp>
          <p:sp>
            <p:nvSpPr>
              <p:cNvPr id="78" name="TextBox 37">
                <a:extLst>
                  <a:ext uri="{FF2B5EF4-FFF2-40B4-BE49-F238E27FC236}">
                    <a16:creationId xmlns:a16="http://schemas.microsoft.com/office/drawing/2014/main" id="{FD6D29C4-1ACD-8C48-8423-5CE9A202FF0D}"/>
                  </a:ext>
                </a:extLst>
              </p:cNvPr>
              <p:cNvSpPr txBox="1"/>
              <p:nvPr/>
            </p:nvSpPr>
            <p:spPr>
              <a:xfrm>
                <a:off x="10657" y="5970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5</a:t>
                </a:r>
              </a:p>
            </p:txBody>
          </p:sp>
          <p:sp>
            <p:nvSpPr>
              <p:cNvPr id="79" name="TextBox 37">
                <a:extLst>
                  <a:ext uri="{FF2B5EF4-FFF2-40B4-BE49-F238E27FC236}">
                    <a16:creationId xmlns:a16="http://schemas.microsoft.com/office/drawing/2014/main" id="{C931A5BB-334C-6C4C-B54A-4A9BA2F40733}"/>
                  </a:ext>
                </a:extLst>
              </p:cNvPr>
              <p:cNvSpPr txBox="1"/>
              <p:nvPr/>
            </p:nvSpPr>
            <p:spPr>
              <a:xfrm>
                <a:off x="10657" y="5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6</a:t>
                </a:r>
              </a:p>
            </p:txBody>
          </p:sp>
          <p:sp>
            <p:nvSpPr>
              <p:cNvPr id="80" name="TextBox 37">
                <a:extLst>
                  <a:ext uri="{FF2B5EF4-FFF2-40B4-BE49-F238E27FC236}">
                    <a16:creationId xmlns:a16="http://schemas.microsoft.com/office/drawing/2014/main" id="{C1338D7B-64A0-3845-AECD-E03F47A81B03}"/>
                  </a:ext>
                </a:extLst>
              </p:cNvPr>
              <p:cNvSpPr txBox="1"/>
              <p:nvPr/>
            </p:nvSpPr>
            <p:spPr>
              <a:xfrm>
                <a:off x="10657" y="4969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7</a:t>
                </a:r>
              </a:p>
            </p:txBody>
          </p:sp>
          <p:sp>
            <p:nvSpPr>
              <p:cNvPr id="81" name="TextBox 37">
                <a:extLst>
                  <a:ext uri="{FF2B5EF4-FFF2-40B4-BE49-F238E27FC236}">
                    <a16:creationId xmlns:a16="http://schemas.microsoft.com/office/drawing/2014/main" id="{6442242C-943F-5B4B-9C6E-EDB1376140C6}"/>
                  </a:ext>
                </a:extLst>
              </p:cNvPr>
              <p:cNvSpPr txBox="1"/>
              <p:nvPr/>
            </p:nvSpPr>
            <p:spPr>
              <a:xfrm>
                <a:off x="10657" y="4465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8</a:t>
                </a:r>
              </a:p>
            </p:txBody>
          </p:sp>
          <p:sp>
            <p:nvSpPr>
              <p:cNvPr id="82" name="TextBox 37">
                <a:extLst>
                  <a:ext uri="{FF2B5EF4-FFF2-40B4-BE49-F238E27FC236}">
                    <a16:creationId xmlns:a16="http://schemas.microsoft.com/office/drawing/2014/main" id="{267A67BE-D4DE-CA47-B891-D67AE6F09FD3}"/>
                  </a:ext>
                </a:extLst>
              </p:cNvPr>
              <p:cNvSpPr txBox="1"/>
              <p:nvPr/>
            </p:nvSpPr>
            <p:spPr>
              <a:xfrm>
                <a:off x="10657" y="3983"/>
                <a:ext cx="34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9</a:t>
                </a:r>
              </a:p>
            </p:txBody>
          </p:sp>
          <p:sp>
            <p:nvSpPr>
              <p:cNvPr id="83" name="TextBox 37">
                <a:extLst>
                  <a:ext uri="{FF2B5EF4-FFF2-40B4-BE49-F238E27FC236}">
                    <a16:creationId xmlns:a16="http://schemas.microsoft.com/office/drawing/2014/main" id="{EBEB1BDB-43A2-104D-9EB3-D2063D1B2CE3}"/>
                  </a:ext>
                </a:extLst>
              </p:cNvPr>
              <p:cNvSpPr txBox="1"/>
              <p:nvPr/>
            </p:nvSpPr>
            <p:spPr>
              <a:xfrm>
                <a:off x="10547" y="3469"/>
                <a:ext cx="56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vo" panose="02000000000000000000" pitchFamily="2" charset="77"/>
                  </a:rPr>
                  <a:t>10</a:t>
                </a:r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DB4308-6C82-B74F-8542-6CC5DFA78C4B}"/>
                </a:ext>
              </a:extLst>
            </p:cNvPr>
            <p:cNvSpPr/>
            <p:nvPr/>
          </p:nvSpPr>
          <p:spPr>
            <a:xfrm>
              <a:off x="13208" y="7999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C06445D-4102-0743-B537-101D31D8F59C}"/>
                </a:ext>
              </a:extLst>
            </p:cNvPr>
            <p:cNvSpPr/>
            <p:nvPr/>
          </p:nvSpPr>
          <p:spPr>
            <a:xfrm>
              <a:off x="12699" y="7128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18C819-BE55-DD4C-9D4E-57C1D57014D7}"/>
                </a:ext>
              </a:extLst>
            </p:cNvPr>
            <p:cNvSpPr/>
            <p:nvPr/>
          </p:nvSpPr>
          <p:spPr>
            <a:xfrm>
              <a:off x="12117" y="701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D52C7E-67A4-E245-826B-178DB2E835E9}"/>
                </a:ext>
              </a:extLst>
            </p:cNvPr>
            <p:cNvSpPr/>
            <p:nvPr/>
          </p:nvSpPr>
          <p:spPr>
            <a:xfrm>
              <a:off x="11835" y="728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Isosceles Triangle 131">
              <a:extLst>
                <a:ext uri="{FF2B5EF4-FFF2-40B4-BE49-F238E27FC236}">
                  <a16:creationId xmlns:a16="http://schemas.microsoft.com/office/drawing/2014/main" id="{BE77E1DE-5F1E-714A-A235-70549320571E}"/>
                </a:ext>
              </a:extLst>
            </p:cNvPr>
            <p:cNvSpPr/>
            <p:nvPr/>
          </p:nvSpPr>
          <p:spPr>
            <a:xfrm>
              <a:off x="13208" y="5646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Isosceles Triangle 132">
              <a:extLst>
                <a:ext uri="{FF2B5EF4-FFF2-40B4-BE49-F238E27FC236}">
                  <a16:creationId xmlns:a16="http://schemas.microsoft.com/office/drawing/2014/main" id="{DB363869-6E3F-864A-80E5-F74DF5CD5FED}"/>
                </a:ext>
              </a:extLst>
            </p:cNvPr>
            <p:cNvSpPr/>
            <p:nvPr/>
          </p:nvSpPr>
          <p:spPr>
            <a:xfrm>
              <a:off x="13686" y="555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Isosceles Triangle 133">
              <a:extLst>
                <a:ext uri="{FF2B5EF4-FFF2-40B4-BE49-F238E27FC236}">
                  <a16:creationId xmlns:a16="http://schemas.microsoft.com/office/drawing/2014/main" id="{67BE5606-1FA2-5D47-9D21-931CEC25ACC7}"/>
                </a:ext>
              </a:extLst>
            </p:cNvPr>
            <p:cNvSpPr/>
            <p:nvPr/>
          </p:nvSpPr>
          <p:spPr>
            <a:xfrm>
              <a:off x="14602" y="6151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Isosceles Triangle 134">
              <a:extLst>
                <a:ext uri="{FF2B5EF4-FFF2-40B4-BE49-F238E27FC236}">
                  <a16:creationId xmlns:a16="http://schemas.microsoft.com/office/drawing/2014/main" id="{F310E27D-1D00-C04D-AC8C-4919FE3D4834}"/>
                </a:ext>
              </a:extLst>
            </p:cNvPr>
            <p:cNvSpPr/>
            <p:nvPr/>
          </p:nvSpPr>
          <p:spPr>
            <a:xfrm>
              <a:off x="14153" y="5452"/>
              <a:ext cx="186" cy="206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135">
              <a:extLst>
                <a:ext uri="{FF2B5EF4-FFF2-40B4-BE49-F238E27FC236}">
                  <a16:creationId xmlns:a16="http://schemas.microsoft.com/office/drawing/2014/main" id="{EA2B9691-8A00-324C-812A-F29D0EC75A04}"/>
                </a:ext>
              </a:extLst>
            </p:cNvPr>
            <p:cNvSpPr/>
            <p:nvPr/>
          </p:nvSpPr>
          <p:spPr>
            <a:xfrm>
              <a:off x="15543" y="8078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136">
              <a:extLst>
                <a:ext uri="{FF2B5EF4-FFF2-40B4-BE49-F238E27FC236}">
                  <a16:creationId xmlns:a16="http://schemas.microsoft.com/office/drawing/2014/main" id="{47D4D3A0-589E-CA4F-BAD4-C94E485E5BE2}"/>
                </a:ext>
              </a:extLst>
            </p:cNvPr>
            <p:cNvSpPr/>
            <p:nvPr/>
          </p:nvSpPr>
          <p:spPr>
            <a:xfrm>
              <a:off x="15701" y="3817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137">
              <a:extLst>
                <a:ext uri="{FF2B5EF4-FFF2-40B4-BE49-F238E27FC236}">
                  <a16:creationId xmlns:a16="http://schemas.microsoft.com/office/drawing/2014/main" id="{1812E91D-88AD-7D4B-AF23-F44F7492689E}"/>
                </a:ext>
              </a:extLst>
            </p:cNvPr>
            <p:cNvSpPr/>
            <p:nvPr/>
          </p:nvSpPr>
          <p:spPr>
            <a:xfrm>
              <a:off x="15460" y="4453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138">
              <a:extLst>
                <a:ext uri="{FF2B5EF4-FFF2-40B4-BE49-F238E27FC236}">
                  <a16:creationId xmlns:a16="http://schemas.microsoft.com/office/drawing/2014/main" id="{58573206-6500-4340-842D-B12C1BB75A72}"/>
                </a:ext>
              </a:extLst>
            </p:cNvPr>
            <p:cNvSpPr/>
            <p:nvPr/>
          </p:nvSpPr>
          <p:spPr>
            <a:xfrm>
              <a:off x="15338" y="4945"/>
              <a:ext cx="205" cy="205"/>
            </a:xfrm>
            <a:prstGeom prst="triangle">
              <a:avLst/>
            </a:prstGeom>
            <a:solidFill>
              <a:srgbClr val="0FC391"/>
            </a:solidFill>
            <a:ln w="6350">
              <a:solidFill>
                <a:srgbClr val="6969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58DD6D-FEA5-1A40-BC82-76B00AC6F6D1}"/>
                </a:ext>
              </a:extLst>
            </p:cNvPr>
            <p:cNvSpPr/>
            <p:nvPr/>
          </p:nvSpPr>
          <p:spPr>
            <a:xfrm>
              <a:off x="14533" y="8233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36A2FDC-93DF-A74A-A0AD-6FE2992B5EA8}"/>
                </a:ext>
              </a:extLst>
            </p:cNvPr>
            <p:cNvSpPr/>
            <p:nvPr/>
          </p:nvSpPr>
          <p:spPr>
            <a:xfrm>
              <a:off x="13179" y="4164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F80908D-F6E4-FC44-8E61-85BE45D63461}"/>
                </a:ext>
              </a:extLst>
            </p:cNvPr>
            <p:cNvSpPr/>
            <p:nvPr/>
          </p:nvSpPr>
          <p:spPr>
            <a:xfrm>
              <a:off x="11990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F2A94A3-A38B-6E4E-8C03-7CB4FFC9A3DC}"/>
                </a:ext>
              </a:extLst>
            </p:cNvPr>
            <p:cNvSpPr/>
            <p:nvPr/>
          </p:nvSpPr>
          <p:spPr>
            <a:xfrm>
              <a:off x="15183" y="8592"/>
              <a:ext cx="155" cy="155"/>
            </a:xfrm>
            <a:prstGeom prst="ellipse">
              <a:avLst/>
            </a:prstGeom>
            <a:solidFill>
              <a:srgbClr val="FF564F"/>
            </a:solidFill>
            <a:ln w="63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5503D9A-D0F5-0A41-A61A-E645C7D366C7}"/>
                </a:ext>
              </a:extLst>
            </p:cNvPr>
            <p:cNvGrpSpPr/>
            <p:nvPr/>
          </p:nvGrpSpPr>
          <p:grpSpPr>
            <a:xfrm>
              <a:off x="11446" y="3469"/>
              <a:ext cx="1260" cy="980"/>
              <a:chOff x="5516" y="8337"/>
              <a:chExt cx="1260" cy="98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EE446EB-6EE2-5A4E-9093-9594CF201987}"/>
                  </a:ext>
                </a:extLst>
              </p:cNvPr>
              <p:cNvSpPr/>
              <p:nvPr/>
            </p:nvSpPr>
            <p:spPr>
              <a:xfrm>
                <a:off x="5713" y="8621"/>
                <a:ext cx="155" cy="155"/>
              </a:xfrm>
              <a:prstGeom prst="ellipse">
                <a:avLst/>
              </a:prstGeom>
              <a:solidFill>
                <a:srgbClr val="FF564F"/>
              </a:solid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68" name="Text Box 1">
                <a:extLst>
                  <a:ext uri="{FF2B5EF4-FFF2-40B4-BE49-F238E27FC236}">
                    <a16:creationId xmlns:a16="http://schemas.microsoft.com/office/drawing/2014/main" id="{F2ED53C7-D9DE-8E4E-91DC-2CBB30FCADEF}"/>
                  </a:ext>
                </a:extLst>
              </p:cNvPr>
              <p:cNvSpPr txBox="1"/>
              <p:nvPr/>
            </p:nvSpPr>
            <p:spPr>
              <a:xfrm>
                <a:off x="5937" y="83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No</a:t>
                </a:r>
              </a:p>
            </p:txBody>
          </p:sp>
          <p:sp>
            <p:nvSpPr>
              <p:cNvPr id="69" name="Isosceles Triangle 149">
                <a:extLst>
                  <a:ext uri="{FF2B5EF4-FFF2-40B4-BE49-F238E27FC236}">
                    <a16:creationId xmlns:a16="http://schemas.microsoft.com/office/drawing/2014/main" id="{44B69D7E-5EF4-C64C-884F-6B3E13F10DF3}"/>
                  </a:ext>
                </a:extLst>
              </p:cNvPr>
              <p:cNvSpPr/>
              <p:nvPr/>
            </p:nvSpPr>
            <p:spPr>
              <a:xfrm>
                <a:off x="5688" y="8990"/>
                <a:ext cx="205" cy="205"/>
              </a:xfrm>
              <a:prstGeom prst="triangle">
                <a:avLst/>
              </a:prstGeom>
              <a:solidFill>
                <a:srgbClr val="0FC391"/>
              </a:solidFill>
              <a:ln w="6350">
                <a:solidFill>
                  <a:srgbClr val="6969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 Box 1">
                <a:extLst>
                  <a:ext uri="{FF2B5EF4-FFF2-40B4-BE49-F238E27FC236}">
                    <a16:creationId xmlns:a16="http://schemas.microsoft.com/office/drawing/2014/main" id="{0CB61346-4340-5545-AB61-2E988EE95646}"/>
                  </a:ext>
                </a:extLst>
              </p:cNvPr>
              <p:cNvSpPr txBox="1"/>
              <p:nvPr/>
            </p:nvSpPr>
            <p:spPr>
              <a:xfrm>
                <a:off x="5937" y="8737"/>
                <a:ext cx="64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595959"/>
                    </a:solidFill>
                    <a:latin typeface="Candara" panose="020E0502030303020204" charset="0"/>
                    <a:cs typeface="Candara" panose="020E0502030303020204" charset="0"/>
                  </a:rPr>
                  <a:t>Yes</a:t>
                </a:r>
              </a:p>
            </p:txBody>
          </p:sp>
          <p:sp>
            <p:nvSpPr>
              <p:cNvPr id="71" name="Rectangles 152">
                <a:extLst>
                  <a:ext uri="{FF2B5EF4-FFF2-40B4-BE49-F238E27FC236}">
                    <a16:creationId xmlns:a16="http://schemas.microsoft.com/office/drawing/2014/main" id="{4EFAC01D-CE73-B946-B6AB-8249032762AC}"/>
                  </a:ext>
                </a:extLst>
              </p:cNvPr>
              <p:cNvSpPr/>
              <p:nvPr/>
            </p:nvSpPr>
            <p:spPr>
              <a:xfrm>
                <a:off x="5516" y="8498"/>
                <a:ext cx="1261" cy="811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8" name="Cross 117">
            <a:extLst>
              <a:ext uri="{FF2B5EF4-FFF2-40B4-BE49-F238E27FC236}">
                <a16:creationId xmlns:a16="http://schemas.microsoft.com/office/drawing/2014/main" id="{FD93F907-4F5E-DA4A-98F9-FB799E18923C}"/>
              </a:ext>
            </a:extLst>
          </p:cNvPr>
          <p:cNvSpPr/>
          <p:nvPr/>
        </p:nvSpPr>
        <p:spPr>
          <a:xfrm>
            <a:off x="8739915" y="3063415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EEC95FB-1ADA-844D-B89A-A3F2F95393FC}"/>
              </a:ext>
            </a:extLst>
          </p:cNvPr>
          <p:cNvSpPr/>
          <p:nvPr/>
        </p:nvSpPr>
        <p:spPr>
          <a:xfrm>
            <a:off x="8295304" y="2620955"/>
            <a:ext cx="1070691" cy="1070688"/>
          </a:xfrm>
          <a:prstGeom prst="ellipse">
            <a:avLst/>
          </a:prstGeom>
          <a:noFill/>
          <a:ln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8718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24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Choosing the value of K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522070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 Box 1">
            <a:extLst>
              <a:ext uri="{FF2B5EF4-FFF2-40B4-BE49-F238E27FC236}">
                <a16:creationId xmlns:a16="http://schemas.microsoft.com/office/drawing/2014/main" id="{4E67F6D3-3221-1F4D-B5B2-9CF677C974C2}"/>
              </a:ext>
            </a:extLst>
          </p:cNvPr>
          <p:cNvSpPr txBox="1"/>
          <p:nvPr/>
        </p:nvSpPr>
        <p:spPr>
          <a:xfrm>
            <a:off x="371474" y="1134110"/>
            <a:ext cx="5814441" cy="37475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 is too small: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is sensitive to </a:t>
            </a:r>
            <a:r>
              <a:rPr lang="en-US" sz="1600" i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outliers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overfits the training data: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Higher error on different sets;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 is too large: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Neighbors can include samples from other classes;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KNN performs poorly on both train and validation set;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K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a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hyperparameter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so we can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optimize it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for our problem;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For example, by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Cross-Validation Grid Search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By plotting an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elbow curve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23B900-6E88-C543-992A-E83A281E4D95}"/>
              </a:ext>
            </a:extLst>
          </p:cNvPr>
          <p:cNvSpPr txBox="1"/>
          <p:nvPr/>
        </p:nvSpPr>
        <p:spPr>
          <a:xfrm rot="16200000">
            <a:off x="5759852" y="2997200"/>
            <a:ext cx="2410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vo" panose="02000000000000000000" pitchFamily="2" charset="77"/>
              </a:rPr>
              <a:t>Error</a:t>
            </a: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A75DBB37-368D-3F43-8D8C-A029829A6F87}"/>
              </a:ext>
            </a:extLst>
          </p:cNvPr>
          <p:cNvSpPr txBox="1"/>
          <p:nvPr/>
        </p:nvSpPr>
        <p:spPr>
          <a:xfrm>
            <a:off x="7679373" y="5093335"/>
            <a:ext cx="2410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vo" panose="02000000000000000000" pitchFamily="2" charset="77"/>
              </a:rPr>
              <a:t>K value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43F09BB-EB06-8045-A432-B4E29CC67A92}"/>
              </a:ext>
            </a:extLst>
          </p:cNvPr>
          <p:cNvCxnSpPr/>
          <p:nvPr/>
        </p:nvCxnSpPr>
        <p:spPr>
          <a:xfrm>
            <a:off x="7189471" y="4818063"/>
            <a:ext cx="339026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7F5B939-AA21-1B40-A392-75D3A501D34C}"/>
              </a:ext>
            </a:extLst>
          </p:cNvPr>
          <p:cNvCxnSpPr/>
          <p:nvPr/>
        </p:nvCxnSpPr>
        <p:spPr>
          <a:xfrm flipV="1">
            <a:off x="7840663" y="4724400"/>
            <a:ext cx="0" cy="186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E9F14D6-A328-E84F-B812-1678B4F5ACA0}"/>
              </a:ext>
            </a:extLst>
          </p:cNvPr>
          <p:cNvCxnSpPr/>
          <p:nvPr/>
        </p:nvCxnSpPr>
        <p:spPr>
          <a:xfrm flipV="1">
            <a:off x="8479473" y="4724400"/>
            <a:ext cx="0" cy="186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734F5F9-0C88-F845-A596-144A46F557D2}"/>
              </a:ext>
            </a:extLst>
          </p:cNvPr>
          <p:cNvCxnSpPr/>
          <p:nvPr/>
        </p:nvCxnSpPr>
        <p:spPr>
          <a:xfrm flipV="1">
            <a:off x="9114473" y="4724400"/>
            <a:ext cx="0" cy="186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21D8F30-3783-874B-BD08-2BDF73A31E2E}"/>
              </a:ext>
            </a:extLst>
          </p:cNvPr>
          <p:cNvCxnSpPr/>
          <p:nvPr/>
        </p:nvCxnSpPr>
        <p:spPr>
          <a:xfrm flipV="1">
            <a:off x="9749473" y="4724400"/>
            <a:ext cx="0" cy="186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54BCD3-F944-3A47-8A27-67E55E9CE81E}"/>
              </a:ext>
            </a:extLst>
          </p:cNvPr>
          <p:cNvCxnSpPr/>
          <p:nvPr/>
        </p:nvCxnSpPr>
        <p:spPr>
          <a:xfrm flipV="1">
            <a:off x="10381298" y="4724400"/>
            <a:ext cx="0" cy="186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37">
            <a:extLst>
              <a:ext uri="{FF2B5EF4-FFF2-40B4-BE49-F238E27FC236}">
                <a16:creationId xmlns:a16="http://schemas.microsoft.com/office/drawing/2014/main" id="{C18F3BEB-66E6-9A48-9522-373C84FF5FCE}"/>
              </a:ext>
            </a:extLst>
          </p:cNvPr>
          <p:cNvSpPr txBox="1"/>
          <p:nvPr/>
        </p:nvSpPr>
        <p:spPr>
          <a:xfrm>
            <a:off x="7093903" y="4848225"/>
            <a:ext cx="217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vo" panose="02000000000000000000" pitchFamily="2" charset="77"/>
              </a:rPr>
              <a:t>0</a:t>
            </a:r>
          </a:p>
        </p:txBody>
      </p:sp>
      <p:sp>
        <p:nvSpPr>
          <p:cNvPr id="98" name="TextBox 37">
            <a:extLst>
              <a:ext uri="{FF2B5EF4-FFF2-40B4-BE49-F238E27FC236}">
                <a16:creationId xmlns:a16="http://schemas.microsoft.com/office/drawing/2014/main" id="{C4093DFE-FB6F-DF4D-BBDE-4A795C90564C}"/>
              </a:ext>
            </a:extLst>
          </p:cNvPr>
          <p:cNvSpPr txBox="1"/>
          <p:nvPr/>
        </p:nvSpPr>
        <p:spPr>
          <a:xfrm>
            <a:off x="7653132" y="4848225"/>
            <a:ext cx="385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vo" panose="02000000000000000000" pitchFamily="2" charset="77"/>
              </a:rPr>
              <a:t>10</a:t>
            </a:r>
          </a:p>
        </p:txBody>
      </p:sp>
      <p:sp>
        <p:nvSpPr>
          <p:cNvPr id="100" name="TextBox 37">
            <a:extLst>
              <a:ext uri="{FF2B5EF4-FFF2-40B4-BE49-F238E27FC236}">
                <a16:creationId xmlns:a16="http://schemas.microsoft.com/office/drawing/2014/main" id="{E868DE26-71A6-2649-A9D4-5A90D4392DB0}"/>
              </a:ext>
            </a:extLst>
          </p:cNvPr>
          <p:cNvSpPr txBox="1"/>
          <p:nvPr/>
        </p:nvSpPr>
        <p:spPr>
          <a:xfrm>
            <a:off x="8286227" y="4848225"/>
            <a:ext cx="38585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vo" panose="02000000000000000000" pitchFamily="2" charset="77"/>
              </a:rPr>
              <a:t>20</a:t>
            </a:r>
          </a:p>
        </p:txBody>
      </p:sp>
      <p:sp>
        <p:nvSpPr>
          <p:cNvPr id="102" name="TextBox 37">
            <a:extLst>
              <a:ext uri="{FF2B5EF4-FFF2-40B4-BE49-F238E27FC236}">
                <a16:creationId xmlns:a16="http://schemas.microsoft.com/office/drawing/2014/main" id="{14F5635B-594B-454F-9235-F498B1BAD845}"/>
              </a:ext>
            </a:extLst>
          </p:cNvPr>
          <p:cNvSpPr txBox="1"/>
          <p:nvPr/>
        </p:nvSpPr>
        <p:spPr>
          <a:xfrm>
            <a:off x="8921862" y="4848225"/>
            <a:ext cx="38585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vo" panose="02000000000000000000" pitchFamily="2" charset="77"/>
              </a:rPr>
              <a:t>30</a:t>
            </a:r>
          </a:p>
        </p:txBody>
      </p:sp>
      <p:sp>
        <p:nvSpPr>
          <p:cNvPr id="104" name="TextBox 37">
            <a:extLst>
              <a:ext uri="{FF2B5EF4-FFF2-40B4-BE49-F238E27FC236}">
                <a16:creationId xmlns:a16="http://schemas.microsoft.com/office/drawing/2014/main" id="{E3966D0D-D1F8-BE4A-8C1C-82A2DEBB7622}"/>
              </a:ext>
            </a:extLst>
          </p:cNvPr>
          <p:cNvSpPr txBox="1"/>
          <p:nvPr/>
        </p:nvSpPr>
        <p:spPr>
          <a:xfrm>
            <a:off x="9574401" y="4848225"/>
            <a:ext cx="350779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vo" panose="02000000000000000000" pitchFamily="2" charset="77"/>
              </a:rPr>
              <a:t>40</a:t>
            </a:r>
          </a:p>
        </p:txBody>
      </p:sp>
      <p:sp>
        <p:nvSpPr>
          <p:cNvPr id="106" name="TextBox 37">
            <a:extLst>
              <a:ext uri="{FF2B5EF4-FFF2-40B4-BE49-F238E27FC236}">
                <a16:creationId xmlns:a16="http://schemas.microsoft.com/office/drawing/2014/main" id="{10891982-2C24-D44A-9DAF-EF543B56DC33}"/>
              </a:ext>
            </a:extLst>
          </p:cNvPr>
          <p:cNvSpPr txBox="1"/>
          <p:nvPr/>
        </p:nvSpPr>
        <p:spPr>
          <a:xfrm>
            <a:off x="10202863" y="4848225"/>
            <a:ext cx="3575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vo" panose="02000000000000000000" pitchFamily="2" charset="77"/>
              </a:rPr>
              <a:t>50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F227C8E-D6C1-9B47-A366-5B539299145B}"/>
              </a:ext>
            </a:extLst>
          </p:cNvPr>
          <p:cNvCxnSpPr/>
          <p:nvPr/>
        </p:nvCxnSpPr>
        <p:spPr>
          <a:xfrm rot="16200000">
            <a:off x="5494973" y="3122930"/>
            <a:ext cx="339026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37">
            <a:extLst>
              <a:ext uri="{FF2B5EF4-FFF2-40B4-BE49-F238E27FC236}">
                <a16:creationId xmlns:a16="http://schemas.microsoft.com/office/drawing/2014/main" id="{10DE2FED-D930-7546-B261-FED3258D0D11}"/>
              </a:ext>
            </a:extLst>
          </p:cNvPr>
          <p:cNvSpPr txBox="1"/>
          <p:nvPr/>
        </p:nvSpPr>
        <p:spPr>
          <a:xfrm>
            <a:off x="6869748" y="4657725"/>
            <a:ext cx="217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vo" panose="02000000000000000000" pitchFamily="2" charset="77"/>
              </a:rPr>
              <a:t>0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3AF407D-8763-E141-BD17-F0CE44B79877}"/>
              </a:ext>
            </a:extLst>
          </p:cNvPr>
          <p:cNvSpPr/>
          <p:nvPr/>
        </p:nvSpPr>
        <p:spPr>
          <a:xfrm>
            <a:off x="7262876" y="2115820"/>
            <a:ext cx="3297492" cy="2365058"/>
          </a:xfrm>
          <a:custGeom>
            <a:avLst/>
            <a:gdLst>
              <a:gd name="connsiteX0" fmla="*/ 0 w 2946400"/>
              <a:gd name="connsiteY0" fmla="*/ 0 h 1641721"/>
              <a:gd name="connsiteX1" fmla="*/ 39077 w 2946400"/>
              <a:gd name="connsiteY1" fmla="*/ 406400 h 1641721"/>
              <a:gd name="connsiteX2" fmla="*/ 164124 w 2946400"/>
              <a:gd name="connsiteY2" fmla="*/ 687754 h 1641721"/>
              <a:gd name="connsiteX3" fmla="*/ 195385 w 2946400"/>
              <a:gd name="connsiteY3" fmla="*/ 1086339 h 1641721"/>
              <a:gd name="connsiteX4" fmla="*/ 312616 w 2946400"/>
              <a:gd name="connsiteY4" fmla="*/ 1438031 h 1641721"/>
              <a:gd name="connsiteX5" fmla="*/ 547077 w 2946400"/>
              <a:gd name="connsiteY5" fmla="*/ 1641231 h 1641721"/>
              <a:gd name="connsiteX6" fmla="*/ 1234831 w 2946400"/>
              <a:gd name="connsiteY6" fmla="*/ 1383323 h 1641721"/>
              <a:gd name="connsiteX7" fmla="*/ 2586893 w 2946400"/>
              <a:gd name="connsiteY7" fmla="*/ 883139 h 1641721"/>
              <a:gd name="connsiteX8" fmla="*/ 2946400 w 2946400"/>
              <a:gd name="connsiteY8" fmla="*/ 711200 h 164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6400" h="1641721">
                <a:moveTo>
                  <a:pt x="0" y="0"/>
                </a:moveTo>
                <a:cubicBezTo>
                  <a:pt x="5861" y="145887"/>
                  <a:pt x="11723" y="291774"/>
                  <a:pt x="39077" y="406400"/>
                </a:cubicBezTo>
                <a:cubicBezTo>
                  <a:pt x="66431" y="521026"/>
                  <a:pt x="138073" y="574431"/>
                  <a:pt x="164124" y="687754"/>
                </a:cubicBezTo>
                <a:cubicBezTo>
                  <a:pt x="190175" y="801077"/>
                  <a:pt x="170636" y="961293"/>
                  <a:pt x="195385" y="1086339"/>
                </a:cubicBezTo>
                <a:cubicBezTo>
                  <a:pt x="220134" y="1211385"/>
                  <a:pt x="254001" y="1345549"/>
                  <a:pt x="312616" y="1438031"/>
                </a:cubicBezTo>
                <a:cubicBezTo>
                  <a:pt x="371231" y="1530513"/>
                  <a:pt x="393374" y="1650349"/>
                  <a:pt x="547077" y="1641231"/>
                </a:cubicBezTo>
                <a:cubicBezTo>
                  <a:pt x="700780" y="1632113"/>
                  <a:pt x="1234831" y="1383323"/>
                  <a:pt x="1234831" y="1383323"/>
                </a:cubicBezTo>
                <a:lnTo>
                  <a:pt x="2586893" y="883139"/>
                </a:lnTo>
                <a:cubicBezTo>
                  <a:pt x="2872154" y="771119"/>
                  <a:pt x="2909277" y="741159"/>
                  <a:pt x="2946400" y="711200"/>
                </a:cubicBezTo>
              </a:path>
            </a:pathLst>
          </a:custGeom>
          <a:noFill/>
          <a:ln w="25400"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Text Box 1">
            <a:extLst>
              <a:ext uri="{FF2B5EF4-FFF2-40B4-BE49-F238E27FC236}">
                <a16:creationId xmlns:a16="http://schemas.microsoft.com/office/drawing/2014/main" id="{48B4516C-082C-3D4F-95EB-4EB92B728812}"/>
              </a:ext>
            </a:extLst>
          </p:cNvPr>
          <p:cNvSpPr txBox="1"/>
          <p:nvPr/>
        </p:nvSpPr>
        <p:spPr>
          <a:xfrm>
            <a:off x="8251239" y="2474637"/>
            <a:ext cx="104060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b="1" dirty="0">
                <a:latin typeface="Candara" panose="020E0502030303020204" charset="0"/>
                <a:cs typeface="Candara" panose="020E0502030303020204" charset="0"/>
              </a:rPr>
              <a:t>Best K</a:t>
            </a:r>
            <a:br>
              <a:rPr lang="en-US" sz="1200" b="1" dirty="0">
                <a:latin typeface="Candara" panose="020E0502030303020204" charset="0"/>
                <a:cs typeface="Candara" panose="020E0502030303020204" charset="0"/>
              </a:rPr>
            </a:br>
            <a:r>
              <a:rPr lang="en-US" sz="1200" b="1" dirty="0">
                <a:latin typeface="Candara" panose="020E0502030303020204" charset="0"/>
                <a:cs typeface="Candara" panose="020E0502030303020204" charset="0"/>
              </a:rPr>
              <a:t>(elbow)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222CEDE-8095-B44B-9CBA-7ED730692B7F}"/>
              </a:ext>
            </a:extLst>
          </p:cNvPr>
          <p:cNvCxnSpPr>
            <a:cxnSpLocks/>
            <a:stCxn id="120" idx="2"/>
          </p:cNvCxnSpPr>
          <p:nvPr/>
        </p:nvCxnSpPr>
        <p:spPr>
          <a:xfrm flipH="1">
            <a:off x="7840664" y="2936302"/>
            <a:ext cx="930878" cy="1434721"/>
          </a:xfrm>
          <a:prstGeom prst="straightConnector1">
            <a:avLst/>
          </a:prstGeom>
          <a:ln>
            <a:solidFill>
              <a:srgbClr val="696969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 Box 1">
            <a:extLst>
              <a:ext uri="{FF2B5EF4-FFF2-40B4-BE49-F238E27FC236}">
                <a16:creationId xmlns:a16="http://schemas.microsoft.com/office/drawing/2014/main" id="{62D1E32B-C52E-B943-893E-081BB7671906}"/>
              </a:ext>
            </a:extLst>
          </p:cNvPr>
          <p:cNvSpPr txBox="1"/>
          <p:nvPr/>
        </p:nvSpPr>
        <p:spPr>
          <a:xfrm>
            <a:off x="9848533" y="2753104"/>
            <a:ext cx="1423670" cy="3406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FF5657"/>
                </a:solidFill>
                <a:latin typeface="Candara" panose="020E0502030303020204" charset="0"/>
                <a:cs typeface="Candara" panose="020E0502030303020204" charset="0"/>
              </a:rPr>
              <a:t>Validation Error</a:t>
            </a:r>
          </a:p>
        </p:txBody>
      </p:sp>
      <p:sp>
        <p:nvSpPr>
          <p:cNvPr id="123" name="TextBox 37">
            <a:extLst>
              <a:ext uri="{FF2B5EF4-FFF2-40B4-BE49-F238E27FC236}">
                <a16:creationId xmlns:a16="http://schemas.microsoft.com/office/drawing/2014/main" id="{4101D1C7-6955-AD47-B739-27093E2D1027}"/>
              </a:ext>
            </a:extLst>
          </p:cNvPr>
          <p:cNvSpPr txBox="1"/>
          <p:nvPr/>
        </p:nvSpPr>
        <p:spPr>
          <a:xfrm>
            <a:off x="7189471" y="1176454"/>
            <a:ext cx="3390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vo" panose="02000000000000000000" pitchFamily="2" charset="77"/>
              </a:rPr>
              <a:t>Elbow Curve</a:t>
            </a:r>
          </a:p>
        </p:txBody>
      </p:sp>
    </p:spTree>
    <p:extLst>
      <p:ext uri="{BB962C8B-B14F-4D97-AF65-F5344CB8AC3E}">
        <p14:creationId xmlns:p14="http://schemas.microsoft.com/office/powerpoint/2010/main" val="213255126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25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KNN: Pros and Cons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88194" y="875975"/>
            <a:ext cx="4746559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 Box 1">
            <a:extLst>
              <a:ext uri="{FF2B5EF4-FFF2-40B4-BE49-F238E27FC236}">
                <a16:creationId xmlns:a16="http://schemas.microsoft.com/office/drawing/2014/main" id="{4E67F6D3-3221-1F4D-B5B2-9CF677C974C2}"/>
              </a:ext>
            </a:extLst>
          </p:cNvPr>
          <p:cNvSpPr txBox="1"/>
          <p:nvPr/>
        </p:nvSpPr>
        <p:spPr>
          <a:xfrm>
            <a:off x="371474" y="1134110"/>
            <a:ext cx="5374233" cy="39321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ndara" panose="020E0502030303020204" charset="0"/>
                <a:cs typeface="Candara" panose="020E0502030303020204" charset="0"/>
              </a:rPr>
              <a:t>Pros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Extremely easy to implement it;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does not require training;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By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not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requiring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training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before making estimation/classifications,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new training samples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can be added without any problems (no models’ retraining);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There is </a:t>
            </a:r>
            <a:r>
              <a:rPr lang="en-US" sz="1600" b="1" i="1" dirty="0">
                <a:latin typeface="Candara" panose="020E0502030303020204" charset="0"/>
                <a:cs typeface="Candara" panose="020E0502030303020204" charset="0"/>
              </a:rPr>
              <a:t>only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a single hyperparameter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required by KNN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Number of neighbors 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we consider other distances, we can have more required hyperparameters (</a:t>
            </a:r>
            <a:r>
              <a:rPr lang="en-US" sz="1600" dirty="0" err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Minkowski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...);</a:t>
            </a:r>
          </a:p>
        </p:txBody>
      </p:sp>
    </p:spTree>
    <p:extLst>
      <p:ext uri="{BB962C8B-B14F-4D97-AF65-F5344CB8AC3E}">
        <p14:creationId xmlns:p14="http://schemas.microsoft.com/office/powerpoint/2010/main" val="134829732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26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KNN: Pros and Cons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88194" y="875975"/>
            <a:ext cx="4746559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 Box 1">
            <a:extLst>
              <a:ext uri="{FF2B5EF4-FFF2-40B4-BE49-F238E27FC236}">
                <a16:creationId xmlns:a16="http://schemas.microsoft.com/office/drawing/2014/main" id="{4E67F6D3-3221-1F4D-B5B2-9CF677C974C2}"/>
              </a:ext>
            </a:extLst>
          </p:cNvPr>
          <p:cNvSpPr txBox="1"/>
          <p:nvPr/>
        </p:nvSpPr>
        <p:spPr>
          <a:xfrm>
            <a:off x="371474" y="1134110"/>
            <a:ext cx="5374233" cy="39321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ndara" panose="020E0502030303020204" charset="0"/>
                <a:cs typeface="Candara" panose="020E0502030303020204" charset="0"/>
              </a:rPr>
              <a:t>Pros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Extremely easy to implement it;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does not require training;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By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not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requiring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training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before making estimation/classifications,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new training samples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can be added without any problems (no models’ retraining);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There is </a:t>
            </a:r>
            <a:r>
              <a:rPr lang="en-US" sz="1600" b="1" i="1" dirty="0">
                <a:latin typeface="Candara" panose="020E0502030303020204" charset="0"/>
                <a:cs typeface="Candara" panose="020E0502030303020204" charset="0"/>
              </a:rPr>
              <a:t>only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a single hyperparameter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required by KNN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Number of neighbors 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If we consider other distances, we can have more required hyperparameters (</a:t>
            </a:r>
            <a:r>
              <a:rPr lang="en-US" sz="1600" dirty="0" err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Minkowski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...);</a:t>
            </a:r>
          </a:p>
        </p:txBody>
      </p:sp>
      <p:sp>
        <p:nvSpPr>
          <p:cNvPr id="17" name="Text Box 1">
            <a:extLst>
              <a:ext uri="{FF2B5EF4-FFF2-40B4-BE49-F238E27FC236}">
                <a16:creationId xmlns:a16="http://schemas.microsoft.com/office/drawing/2014/main" id="{86EC4C3A-08D5-874A-B1F7-339FE4A5B454}"/>
              </a:ext>
            </a:extLst>
          </p:cNvPr>
          <p:cNvSpPr txBox="1"/>
          <p:nvPr/>
        </p:nvSpPr>
        <p:spPr>
          <a:xfrm>
            <a:off x="6336028" y="1134110"/>
            <a:ext cx="5374233" cy="20855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ndara" panose="020E0502030303020204" charset="0"/>
                <a:cs typeface="Candara" panose="020E0502030303020204" charset="0"/>
              </a:rPr>
              <a:t>Cons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does not work well for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high dimensionality data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(the curse of dimensionality)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prediction time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can be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high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if the size of the training set is large;</a:t>
            </a:r>
          </a:p>
        </p:txBody>
      </p:sp>
    </p:spTree>
    <p:extLst>
      <p:ext uri="{BB962C8B-B14F-4D97-AF65-F5344CB8AC3E}">
        <p14:creationId xmlns:p14="http://schemas.microsoft.com/office/powerpoint/2010/main" val="2686110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27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Variant: KNN Regression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63296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C08AC0-CC04-8046-B27D-A23445ABB58D}"/>
              </a:ext>
            </a:extLst>
          </p:cNvPr>
          <p:cNvGrpSpPr/>
          <p:nvPr/>
        </p:nvGrpSpPr>
        <p:grpSpPr>
          <a:xfrm>
            <a:off x="6512504" y="1474346"/>
            <a:ext cx="4894722" cy="3234253"/>
            <a:chOff x="3607971" y="1824180"/>
            <a:chExt cx="4894722" cy="323425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64096B5-2F6B-C841-85F1-7D431BE94D69}"/>
                </a:ext>
              </a:extLst>
            </p:cNvPr>
            <p:cNvGrpSpPr/>
            <p:nvPr/>
          </p:nvGrpSpPr>
          <p:grpSpPr>
            <a:xfrm>
              <a:off x="3607971" y="1824180"/>
              <a:ext cx="4894722" cy="3234253"/>
              <a:chOff x="3607971" y="1824180"/>
              <a:chExt cx="4894722" cy="3234253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0C881D2-6642-2448-A66B-0E4D2238EFB0}"/>
                  </a:ext>
                </a:extLst>
              </p:cNvPr>
              <p:cNvCxnSpPr/>
              <p:nvPr/>
            </p:nvCxnSpPr>
            <p:spPr>
              <a:xfrm flipV="1">
                <a:off x="3830394" y="2217961"/>
                <a:ext cx="0" cy="273496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12CA369-1F5F-DF4F-ABAD-A4D349B610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7971" y="4606934"/>
                <a:ext cx="463359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6CDE136-D74C-0E48-A5D7-115011B41D55}"/>
                  </a:ext>
                </a:extLst>
              </p:cNvPr>
              <p:cNvSpPr/>
              <p:nvPr/>
            </p:nvSpPr>
            <p:spPr>
              <a:xfrm>
                <a:off x="4185988" y="3550956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84CF376-062F-DF4B-9CA2-A30B599F2011}"/>
                  </a:ext>
                </a:extLst>
              </p:cNvPr>
              <p:cNvSpPr/>
              <p:nvPr/>
            </p:nvSpPr>
            <p:spPr>
              <a:xfrm>
                <a:off x="4560810" y="3893460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F8E09A3-F1A7-FD4F-B292-4B4516A0A8F9}"/>
                  </a:ext>
                </a:extLst>
              </p:cNvPr>
              <p:cNvSpPr/>
              <p:nvPr/>
            </p:nvSpPr>
            <p:spPr>
              <a:xfrm>
                <a:off x="4795588" y="3418395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5C7C982-70CC-8447-B9BD-BEBE196B8D89}"/>
                  </a:ext>
                </a:extLst>
              </p:cNvPr>
              <p:cNvSpPr/>
              <p:nvPr/>
            </p:nvSpPr>
            <p:spPr>
              <a:xfrm>
                <a:off x="5162173" y="3753417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81C992-4544-DB41-A3B1-B0E9E50D9634}"/>
                  </a:ext>
                </a:extLst>
              </p:cNvPr>
              <p:cNvSpPr/>
              <p:nvPr/>
            </p:nvSpPr>
            <p:spPr>
              <a:xfrm>
                <a:off x="5924767" y="3049300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5843B93-FF43-E941-8591-8073545DA98E}"/>
                  </a:ext>
                </a:extLst>
              </p:cNvPr>
              <p:cNvSpPr/>
              <p:nvPr/>
            </p:nvSpPr>
            <p:spPr>
              <a:xfrm>
                <a:off x="6351720" y="3397065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DA1B7CD-BB22-2140-ADAC-C46F5446B469}"/>
                  </a:ext>
                </a:extLst>
              </p:cNvPr>
              <p:cNvSpPr/>
              <p:nvPr/>
            </p:nvSpPr>
            <p:spPr>
              <a:xfrm>
                <a:off x="6578261" y="2842061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9333D7D-8ADB-DC4E-A943-5BE611CED9AA}"/>
                  </a:ext>
                </a:extLst>
              </p:cNvPr>
              <p:cNvSpPr/>
              <p:nvPr/>
            </p:nvSpPr>
            <p:spPr>
              <a:xfrm>
                <a:off x="7068412" y="3200407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EED7940-F540-9749-955B-EAD986E18C5E}"/>
                  </a:ext>
                </a:extLst>
              </p:cNvPr>
              <p:cNvSpPr/>
              <p:nvPr/>
            </p:nvSpPr>
            <p:spPr>
              <a:xfrm>
                <a:off x="7583277" y="2426382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E8A03C4-19D5-8248-88B6-F20EA79C6F5A}"/>
                  </a:ext>
                </a:extLst>
              </p:cNvPr>
              <p:cNvSpPr/>
              <p:nvPr/>
            </p:nvSpPr>
            <p:spPr>
              <a:xfrm>
                <a:off x="8188567" y="2766276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0C16D62B-F614-E341-9F4A-2121E23FD240}"/>
                      </a:ext>
                    </a:extLst>
                  </p:cNvPr>
                  <p:cNvSpPr txBox="1"/>
                  <p:nvPr/>
                </p:nvSpPr>
                <p:spPr>
                  <a:xfrm>
                    <a:off x="3635692" y="1824180"/>
                    <a:ext cx="38940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  <a:latin typeface="Candara" panose="020E0502030303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0C16D62B-F614-E341-9F4A-2121E23FD2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5692" y="1824180"/>
                    <a:ext cx="389402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FD45A624-46A5-FB4F-A41A-B0DDD1173684}"/>
                      </a:ext>
                    </a:extLst>
                  </p:cNvPr>
                  <p:cNvSpPr txBox="1"/>
                  <p:nvPr/>
                </p:nvSpPr>
                <p:spPr>
                  <a:xfrm>
                    <a:off x="8014482" y="4658323"/>
                    <a:ext cx="48821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  <a:latin typeface="Candara" panose="020E0502030303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FD45A624-46A5-FB4F-A41A-B0DDD11736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4482" y="4658323"/>
                    <a:ext cx="488211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CE917A7-688A-FA4B-9CB4-FEC180568449}"/>
                  </a:ext>
                </a:extLst>
              </p:cNvPr>
              <p:cNvSpPr/>
              <p:nvPr/>
            </p:nvSpPr>
            <p:spPr>
              <a:xfrm>
                <a:off x="5485435" y="3416741"/>
                <a:ext cx="140043" cy="140043"/>
              </a:xfrm>
              <a:prstGeom prst="ellipse">
                <a:avLst/>
              </a:prstGeom>
              <a:solidFill>
                <a:srgbClr val="FBC82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33A691B-64B1-C449-B89D-1CB421DC184F}"/>
                </a:ext>
              </a:extLst>
            </p:cNvPr>
            <p:cNvGrpSpPr/>
            <p:nvPr/>
          </p:nvGrpSpPr>
          <p:grpSpPr>
            <a:xfrm>
              <a:off x="4052818" y="2248054"/>
              <a:ext cx="1412305" cy="277000"/>
              <a:chOff x="7380530" y="1503475"/>
              <a:chExt cx="1412305" cy="277000"/>
            </a:xfrm>
          </p:grpSpPr>
          <p:sp>
            <p:nvSpPr>
              <p:cNvPr id="35" name="Rectangles 152">
                <a:extLst>
                  <a:ext uri="{FF2B5EF4-FFF2-40B4-BE49-F238E27FC236}">
                    <a16:creationId xmlns:a16="http://schemas.microsoft.com/office/drawing/2014/main" id="{15762DA6-2731-2844-8901-02A359BBB6DD}"/>
                  </a:ext>
                </a:extLst>
              </p:cNvPr>
              <p:cNvSpPr/>
              <p:nvPr/>
            </p:nvSpPr>
            <p:spPr>
              <a:xfrm>
                <a:off x="7380530" y="1509251"/>
                <a:ext cx="1362150" cy="271224"/>
              </a:xfrm>
              <a:prstGeom prst="rect">
                <a:avLst/>
              </a:prstGeom>
              <a:noFill/>
              <a:ln w="6350">
                <a:solidFill>
                  <a:srgbClr val="69696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84AA3AE-163F-334F-A31F-49AFDB9AF83A}"/>
                  </a:ext>
                </a:extLst>
              </p:cNvPr>
              <p:cNvGrpSpPr/>
              <p:nvPr/>
            </p:nvGrpSpPr>
            <p:grpSpPr>
              <a:xfrm>
                <a:off x="7434409" y="1503475"/>
                <a:ext cx="1358426" cy="276999"/>
                <a:chOff x="7434409" y="1503475"/>
                <a:chExt cx="1358426" cy="276999"/>
              </a:xfrm>
            </p:grpSpPr>
            <p:sp>
              <p:nvSpPr>
                <p:cNvPr id="34" name="Text Box 1">
                  <a:extLst>
                    <a:ext uri="{FF2B5EF4-FFF2-40B4-BE49-F238E27FC236}">
                      <a16:creationId xmlns:a16="http://schemas.microsoft.com/office/drawing/2014/main" id="{74235FF0-5CDD-D746-A731-620D4F68598D}"/>
                    </a:ext>
                  </a:extLst>
                </p:cNvPr>
                <p:cNvSpPr txBox="1"/>
                <p:nvPr/>
              </p:nvSpPr>
              <p:spPr>
                <a:xfrm>
                  <a:off x="7584299" y="1503475"/>
                  <a:ext cx="1208536" cy="276999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595959"/>
                      </a:solidFill>
                      <a:latin typeface="Candara" panose="020E0502030303020204" charset="0"/>
                      <a:cs typeface="Candara" panose="020E0502030303020204" charset="0"/>
                    </a:rPr>
                    <a:t>Training sample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BA7FCCCD-3014-CC4F-863B-15EFE27F2B65}"/>
                    </a:ext>
                  </a:extLst>
                </p:cNvPr>
                <p:cNvSpPr/>
                <p:nvPr/>
              </p:nvSpPr>
              <p:spPr>
                <a:xfrm>
                  <a:off x="7434409" y="1571523"/>
                  <a:ext cx="140043" cy="140043"/>
                </a:xfrm>
                <a:prstGeom prst="ellipse">
                  <a:avLst/>
                </a:prstGeom>
                <a:solidFill>
                  <a:srgbClr val="FBC82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9465186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28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Variant: KNN Regression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63296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C881D2-6642-2448-A66B-0E4D2238EFB0}"/>
              </a:ext>
            </a:extLst>
          </p:cNvPr>
          <p:cNvCxnSpPr/>
          <p:nvPr/>
        </p:nvCxnSpPr>
        <p:spPr>
          <a:xfrm flipV="1">
            <a:off x="6734927" y="1868127"/>
            <a:ext cx="0" cy="2734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2CA369-1F5F-DF4F-ABAD-A4D349B61096}"/>
              </a:ext>
            </a:extLst>
          </p:cNvPr>
          <p:cNvCxnSpPr>
            <a:cxnSpLocks/>
          </p:cNvCxnSpPr>
          <p:nvPr/>
        </p:nvCxnSpPr>
        <p:spPr>
          <a:xfrm>
            <a:off x="6512504" y="4257100"/>
            <a:ext cx="46335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6CDE136-D74C-0E48-A5D7-115011B41D55}"/>
              </a:ext>
            </a:extLst>
          </p:cNvPr>
          <p:cNvSpPr/>
          <p:nvPr/>
        </p:nvSpPr>
        <p:spPr>
          <a:xfrm>
            <a:off x="7090521" y="320112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4CF376-062F-DF4B-9CA2-A30B599F2011}"/>
              </a:ext>
            </a:extLst>
          </p:cNvPr>
          <p:cNvSpPr/>
          <p:nvPr/>
        </p:nvSpPr>
        <p:spPr>
          <a:xfrm>
            <a:off x="7465343" y="354362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8E09A3-F1A7-FD4F-B292-4B4516A0A8F9}"/>
              </a:ext>
            </a:extLst>
          </p:cNvPr>
          <p:cNvSpPr/>
          <p:nvPr/>
        </p:nvSpPr>
        <p:spPr>
          <a:xfrm>
            <a:off x="7700121" y="306856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C7C982-70CC-8447-B9BD-BEBE196B8D89}"/>
              </a:ext>
            </a:extLst>
          </p:cNvPr>
          <p:cNvSpPr/>
          <p:nvPr/>
        </p:nvSpPr>
        <p:spPr>
          <a:xfrm>
            <a:off x="8066706" y="340358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81C992-4544-DB41-A3B1-B0E9E50D9634}"/>
              </a:ext>
            </a:extLst>
          </p:cNvPr>
          <p:cNvSpPr/>
          <p:nvPr/>
        </p:nvSpPr>
        <p:spPr>
          <a:xfrm>
            <a:off x="8829300" y="269946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843B93-FF43-E941-8591-8073545DA98E}"/>
              </a:ext>
            </a:extLst>
          </p:cNvPr>
          <p:cNvSpPr/>
          <p:nvPr/>
        </p:nvSpPr>
        <p:spPr>
          <a:xfrm>
            <a:off x="9256253" y="304723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A1B7CD-BB22-2140-ADAC-C46F5446B469}"/>
              </a:ext>
            </a:extLst>
          </p:cNvPr>
          <p:cNvSpPr/>
          <p:nvPr/>
        </p:nvSpPr>
        <p:spPr>
          <a:xfrm>
            <a:off x="9482794" y="249222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333D7D-8ADB-DC4E-A943-5BE611CED9AA}"/>
              </a:ext>
            </a:extLst>
          </p:cNvPr>
          <p:cNvSpPr/>
          <p:nvPr/>
        </p:nvSpPr>
        <p:spPr>
          <a:xfrm>
            <a:off x="9972945" y="285057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ED7940-F540-9749-955B-EAD986E18C5E}"/>
              </a:ext>
            </a:extLst>
          </p:cNvPr>
          <p:cNvSpPr/>
          <p:nvPr/>
        </p:nvSpPr>
        <p:spPr>
          <a:xfrm>
            <a:off x="10487810" y="2076548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8A03C4-19D5-8248-88B6-F20EA79C6F5A}"/>
              </a:ext>
            </a:extLst>
          </p:cNvPr>
          <p:cNvSpPr/>
          <p:nvPr/>
        </p:nvSpPr>
        <p:spPr>
          <a:xfrm>
            <a:off x="11093100" y="241644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/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/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8CE917A7-688A-FA4B-9CB4-FEC180568449}"/>
              </a:ext>
            </a:extLst>
          </p:cNvPr>
          <p:cNvSpPr/>
          <p:nvPr/>
        </p:nvSpPr>
        <p:spPr>
          <a:xfrm>
            <a:off x="8389968" y="306690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s 152">
            <a:extLst>
              <a:ext uri="{FF2B5EF4-FFF2-40B4-BE49-F238E27FC236}">
                <a16:creationId xmlns:a16="http://schemas.microsoft.com/office/drawing/2014/main" id="{15762DA6-2731-2844-8901-02A359BBB6DD}"/>
              </a:ext>
            </a:extLst>
          </p:cNvPr>
          <p:cNvSpPr/>
          <p:nvPr/>
        </p:nvSpPr>
        <p:spPr>
          <a:xfrm>
            <a:off x="6957351" y="1903996"/>
            <a:ext cx="1362150" cy="271224"/>
          </a:xfrm>
          <a:prstGeom prst="rect">
            <a:avLst/>
          </a:prstGeom>
          <a:noFill/>
          <a:ln w="6350"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4AA3AE-163F-334F-A31F-49AFDB9AF83A}"/>
              </a:ext>
            </a:extLst>
          </p:cNvPr>
          <p:cNvGrpSpPr/>
          <p:nvPr/>
        </p:nvGrpSpPr>
        <p:grpSpPr>
          <a:xfrm>
            <a:off x="7011230" y="1898220"/>
            <a:ext cx="1358426" cy="276999"/>
            <a:chOff x="7434409" y="1503475"/>
            <a:chExt cx="1358426" cy="276999"/>
          </a:xfrm>
        </p:grpSpPr>
        <p:sp>
          <p:nvSpPr>
            <p:cNvPr id="34" name="Text Box 1">
              <a:extLst>
                <a:ext uri="{FF2B5EF4-FFF2-40B4-BE49-F238E27FC236}">
                  <a16:creationId xmlns:a16="http://schemas.microsoft.com/office/drawing/2014/main" id="{74235FF0-5CDD-D746-A731-620D4F68598D}"/>
                </a:ext>
              </a:extLst>
            </p:cNvPr>
            <p:cNvSpPr txBox="1"/>
            <p:nvPr/>
          </p:nvSpPr>
          <p:spPr>
            <a:xfrm>
              <a:off x="7584299" y="1503475"/>
              <a:ext cx="1208536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sz="12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Training sample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A7FCCCD-3014-CC4F-863B-15EFE27F2B65}"/>
                </a:ext>
              </a:extLst>
            </p:cNvPr>
            <p:cNvSpPr/>
            <p:nvPr/>
          </p:nvSpPr>
          <p:spPr>
            <a:xfrm>
              <a:off x="7434409" y="1571523"/>
              <a:ext cx="140043" cy="140043"/>
            </a:xfrm>
            <a:prstGeom prst="ellipse">
              <a:avLst/>
            </a:prstGeom>
            <a:solidFill>
              <a:srgbClr val="FBC82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8" name="Text Box 1">
            <a:extLst>
              <a:ext uri="{FF2B5EF4-FFF2-40B4-BE49-F238E27FC236}">
                <a16:creationId xmlns:a16="http://schemas.microsoft.com/office/drawing/2014/main" id="{6087258E-DD67-CE43-B994-38B3E7A0A798}"/>
              </a:ext>
            </a:extLst>
          </p:cNvPr>
          <p:cNvSpPr txBox="1"/>
          <p:nvPr/>
        </p:nvSpPr>
        <p:spPr>
          <a:xfrm>
            <a:off x="371474" y="1134110"/>
            <a:ext cx="5721320" cy="11621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outcome (label / dependent variable)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a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</a:rPr>
              <a:t>new test sample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computed based on 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mean of the outcomes/labels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its K nearest neighbors.</a:t>
            </a:r>
          </a:p>
        </p:txBody>
      </p:sp>
      <p:sp>
        <p:nvSpPr>
          <p:cNvPr id="39" name="Cross 38">
            <a:extLst>
              <a:ext uri="{FF2B5EF4-FFF2-40B4-BE49-F238E27FC236}">
                <a16:creationId xmlns:a16="http://schemas.microsoft.com/office/drawing/2014/main" id="{F0EA6EBD-5F23-4446-8F61-B47C110B0069}"/>
              </a:ext>
            </a:extLst>
          </p:cNvPr>
          <p:cNvSpPr/>
          <p:nvPr/>
        </p:nvSpPr>
        <p:spPr>
          <a:xfrm>
            <a:off x="8030219" y="2817759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1">
            <a:extLst>
              <a:ext uri="{FF2B5EF4-FFF2-40B4-BE49-F238E27FC236}">
                <a16:creationId xmlns:a16="http://schemas.microsoft.com/office/drawing/2014/main" id="{B3244475-7D1B-4942-95F0-4B1DDF9B878C}"/>
              </a:ext>
            </a:extLst>
          </p:cNvPr>
          <p:cNvSpPr txBox="1"/>
          <p:nvPr/>
        </p:nvSpPr>
        <p:spPr>
          <a:xfrm>
            <a:off x="9972945" y="5035324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</p:spTree>
    <p:extLst>
      <p:ext uri="{BB962C8B-B14F-4D97-AF65-F5344CB8AC3E}">
        <p14:creationId xmlns:p14="http://schemas.microsoft.com/office/powerpoint/2010/main" val="195855632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29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Variant: KNN Regression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63296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C881D2-6642-2448-A66B-0E4D2238EFB0}"/>
              </a:ext>
            </a:extLst>
          </p:cNvPr>
          <p:cNvCxnSpPr/>
          <p:nvPr/>
        </p:nvCxnSpPr>
        <p:spPr>
          <a:xfrm flipV="1">
            <a:off x="6734927" y="1868127"/>
            <a:ext cx="0" cy="2734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2CA369-1F5F-DF4F-ABAD-A4D349B61096}"/>
              </a:ext>
            </a:extLst>
          </p:cNvPr>
          <p:cNvCxnSpPr>
            <a:cxnSpLocks/>
          </p:cNvCxnSpPr>
          <p:nvPr/>
        </p:nvCxnSpPr>
        <p:spPr>
          <a:xfrm>
            <a:off x="6512504" y="4257100"/>
            <a:ext cx="46335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6CDE136-D74C-0E48-A5D7-115011B41D55}"/>
              </a:ext>
            </a:extLst>
          </p:cNvPr>
          <p:cNvSpPr/>
          <p:nvPr/>
        </p:nvSpPr>
        <p:spPr>
          <a:xfrm>
            <a:off x="7090521" y="320112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4CF376-062F-DF4B-9CA2-A30B599F2011}"/>
              </a:ext>
            </a:extLst>
          </p:cNvPr>
          <p:cNvSpPr/>
          <p:nvPr/>
        </p:nvSpPr>
        <p:spPr>
          <a:xfrm>
            <a:off x="7465343" y="354362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8E09A3-F1A7-FD4F-B292-4B4516A0A8F9}"/>
              </a:ext>
            </a:extLst>
          </p:cNvPr>
          <p:cNvSpPr/>
          <p:nvPr/>
        </p:nvSpPr>
        <p:spPr>
          <a:xfrm>
            <a:off x="7700121" y="306856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C7C982-70CC-8447-B9BD-BEBE196B8D89}"/>
              </a:ext>
            </a:extLst>
          </p:cNvPr>
          <p:cNvSpPr/>
          <p:nvPr/>
        </p:nvSpPr>
        <p:spPr>
          <a:xfrm>
            <a:off x="8066706" y="340358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81C992-4544-DB41-A3B1-B0E9E50D9634}"/>
              </a:ext>
            </a:extLst>
          </p:cNvPr>
          <p:cNvSpPr/>
          <p:nvPr/>
        </p:nvSpPr>
        <p:spPr>
          <a:xfrm>
            <a:off x="8829300" y="269946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843B93-FF43-E941-8591-8073545DA98E}"/>
              </a:ext>
            </a:extLst>
          </p:cNvPr>
          <p:cNvSpPr/>
          <p:nvPr/>
        </p:nvSpPr>
        <p:spPr>
          <a:xfrm>
            <a:off x="9256253" y="304723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A1B7CD-BB22-2140-ADAC-C46F5446B469}"/>
              </a:ext>
            </a:extLst>
          </p:cNvPr>
          <p:cNvSpPr/>
          <p:nvPr/>
        </p:nvSpPr>
        <p:spPr>
          <a:xfrm>
            <a:off x="9482794" y="249222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333D7D-8ADB-DC4E-A943-5BE611CED9AA}"/>
              </a:ext>
            </a:extLst>
          </p:cNvPr>
          <p:cNvSpPr/>
          <p:nvPr/>
        </p:nvSpPr>
        <p:spPr>
          <a:xfrm>
            <a:off x="9972945" y="285057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ED7940-F540-9749-955B-EAD986E18C5E}"/>
              </a:ext>
            </a:extLst>
          </p:cNvPr>
          <p:cNvSpPr/>
          <p:nvPr/>
        </p:nvSpPr>
        <p:spPr>
          <a:xfrm>
            <a:off x="10487810" y="2076548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8A03C4-19D5-8248-88B6-F20EA79C6F5A}"/>
              </a:ext>
            </a:extLst>
          </p:cNvPr>
          <p:cNvSpPr/>
          <p:nvPr/>
        </p:nvSpPr>
        <p:spPr>
          <a:xfrm>
            <a:off x="11093100" y="241644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/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/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8CE917A7-688A-FA4B-9CB4-FEC180568449}"/>
              </a:ext>
            </a:extLst>
          </p:cNvPr>
          <p:cNvSpPr/>
          <p:nvPr/>
        </p:nvSpPr>
        <p:spPr>
          <a:xfrm>
            <a:off x="8389968" y="306690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s 152">
            <a:extLst>
              <a:ext uri="{FF2B5EF4-FFF2-40B4-BE49-F238E27FC236}">
                <a16:creationId xmlns:a16="http://schemas.microsoft.com/office/drawing/2014/main" id="{15762DA6-2731-2844-8901-02A359BBB6DD}"/>
              </a:ext>
            </a:extLst>
          </p:cNvPr>
          <p:cNvSpPr/>
          <p:nvPr/>
        </p:nvSpPr>
        <p:spPr>
          <a:xfrm>
            <a:off x="6957351" y="1903996"/>
            <a:ext cx="1362150" cy="271224"/>
          </a:xfrm>
          <a:prstGeom prst="rect">
            <a:avLst/>
          </a:prstGeom>
          <a:noFill/>
          <a:ln w="6350"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4AA3AE-163F-334F-A31F-49AFDB9AF83A}"/>
              </a:ext>
            </a:extLst>
          </p:cNvPr>
          <p:cNvGrpSpPr/>
          <p:nvPr/>
        </p:nvGrpSpPr>
        <p:grpSpPr>
          <a:xfrm>
            <a:off x="7011230" y="1898220"/>
            <a:ext cx="1358426" cy="276999"/>
            <a:chOff x="7434409" y="1503475"/>
            <a:chExt cx="1358426" cy="276999"/>
          </a:xfrm>
        </p:grpSpPr>
        <p:sp>
          <p:nvSpPr>
            <p:cNvPr id="34" name="Text Box 1">
              <a:extLst>
                <a:ext uri="{FF2B5EF4-FFF2-40B4-BE49-F238E27FC236}">
                  <a16:creationId xmlns:a16="http://schemas.microsoft.com/office/drawing/2014/main" id="{74235FF0-5CDD-D746-A731-620D4F68598D}"/>
                </a:ext>
              </a:extLst>
            </p:cNvPr>
            <p:cNvSpPr txBox="1"/>
            <p:nvPr/>
          </p:nvSpPr>
          <p:spPr>
            <a:xfrm>
              <a:off x="7584299" y="1503475"/>
              <a:ext cx="1208536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sz="12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Training sample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A7FCCCD-3014-CC4F-863B-15EFE27F2B65}"/>
                </a:ext>
              </a:extLst>
            </p:cNvPr>
            <p:cNvSpPr/>
            <p:nvPr/>
          </p:nvSpPr>
          <p:spPr>
            <a:xfrm>
              <a:off x="7434409" y="1571523"/>
              <a:ext cx="140043" cy="140043"/>
            </a:xfrm>
            <a:prstGeom prst="ellipse">
              <a:avLst/>
            </a:prstGeom>
            <a:solidFill>
              <a:srgbClr val="FBC82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9" name="Cross 38">
            <a:extLst>
              <a:ext uri="{FF2B5EF4-FFF2-40B4-BE49-F238E27FC236}">
                <a16:creationId xmlns:a16="http://schemas.microsoft.com/office/drawing/2014/main" id="{F0EA6EBD-5F23-4446-8F61-B47C110B0069}"/>
              </a:ext>
            </a:extLst>
          </p:cNvPr>
          <p:cNvSpPr/>
          <p:nvPr/>
        </p:nvSpPr>
        <p:spPr>
          <a:xfrm>
            <a:off x="8030219" y="2817759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1">
            <a:extLst>
              <a:ext uri="{FF2B5EF4-FFF2-40B4-BE49-F238E27FC236}">
                <a16:creationId xmlns:a16="http://schemas.microsoft.com/office/drawing/2014/main" id="{B3244475-7D1B-4942-95F0-4B1DDF9B878C}"/>
              </a:ext>
            </a:extLst>
          </p:cNvPr>
          <p:cNvSpPr txBox="1"/>
          <p:nvPr/>
        </p:nvSpPr>
        <p:spPr>
          <a:xfrm>
            <a:off x="9972945" y="5035324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440C37B-8F65-6E43-9E77-6A8168F2458E}"/>
              </a:ext>
            </a:extLst>
          </p:cNvPr>
          <p:cNvSpPr/>
          <p:nvPr/>
        </p:nvSpPr>
        <p:spPr>
          <a:xfrm>
            <a:off x="7663726" y="3032440"/>
            <a:ext cx="231096" cy="231096"/>
          </a:xfrm>
          <a:prstGeom prst="ellipse">
            <a:avLst/>
          </a:prstGeom>
          <a:noFill/>
          <a:ln w="25400"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5331B8D-CBDC-CB4D-8614-F7CD03F2CB91}"/>
              </a:ext>
            </a:extLst>
          </p:cNvPr>
          <p:cNvSpPr/>
          <p:nvPr/>
        </p:nvSpPr>
        <p:spPr>
          <a:xfrm>
            <a:off x="8030219" y="3358056"/>
            <a:ext cx="231096" cy="231096"/>
          </a:xfrm>
          <a:prstGeom prst="ellipse">
            <a:avLst/>
          </a:prstGeom>
          <a:noFill/>
          <a:ln w="25400"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F610141-DC5A-6546-88B5-BC50DD73D606}"/>
              </a:ext>
            </a:extLst>
          </p:cNvPr>
          <p:cNvSpPr/>
          <p:nvPr/>
        </p:nvSpPr>
        <p:spPr>
          <a:xfrm>
            <a:off x="8344441" y="3017831"/>
            <a:ext cx="231096" cy="231096"/>
          </a:xfrm>
          <a:prstGeom prst="ellipse">
            <a:avLst/>
          </a:prstGeom>
          <a:noFill/>
          <a:ln w="25400"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ext Box 1">
            <a:extLst>
              <a:ext uri="{FF2B5EF4-FFF2-40B4-BE49-F238E27FC236}">
                <a16:creationId xmlns:a16="http://schemas.microsoft.com/office/drawing/2014/main" id="{F85C2C5B-7544-B843-A644-678218AF02A8}"/>
              </a:ext>
            </a:extLst>
          </p:cNvPr>
          <p:cNvSpPr txBox="1"/>
          <p:nvPr/>
        </p:nvSpPr>
        <p:spPr>
          <a:xfrm>
            <a:off x="371474" y="1134110"/>
            <a:ext cx="5721320" cy="11621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outcome (label / dependent variable)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a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</a:rPr>
              <a:t>new test sample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computed based on 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mean of the outcomes/labels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its K nearest neighbors.</a:t>
            </a:r>
          </a:p>
        </p:txBody>
      </p:sp>
    </p:spTree>
    <p:extLst>
      <p:ext uri="{BB962C8B-B14F-4D97-AF65-F5344CB8AC3E}">
        <p14:creationId xmlns:p14="http://schemas.microsoft.com/office/powerpoint/2010/main" val="95753019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30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Variant: KNN Regression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63296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C881D2-6642-2448-A66B-0E4D2238EFB0}"/>
              </a:ext>
            </a:extLst>
          </p:cNvPr>
          <p:cNvCxnSpPr/>
          <p:nvPr/>
        </p:nvCxnSpPr>
        <p:spPr>
          <a:xfrm flipV="1">
            <a:off x="6734927" y="1868127"/>
            <a:ext cx="0" cy="2734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2CA369-1F5F-DF4F-ABAD-A4D349B61096}"/>
              </a:ext>
            </a:extLst>
          </p:cNvPr>
          <p:cNvCxnSpPr>
            <a:cxnSpLocks/>
          </p:cNvCxnSpPr>
          <p:nvPr/>
        </p:nvCxnSpPr>
        <p:spPr>
          <a:xfrm>
            <a:off x="6512504" y="4257100"/>
            <a:ext cx="46335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6CDE136-D74C-0E48-A5D7-115011B41D55}"/>
              </a:ext>
            </a:extLst>
          </p:cNvPr>
          <p:cNvSpPr/>
          <p:nvPr/>
        </p:nvSpPr>
        <p:spPr>
          <a:xfrm>
            <a:off x="7090521" y="320112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4CF376-062F-DF4B-9CA2-A30B599F2011}"/>
              </a:ext>
            </a:extLst>
          </p:cNvPr>
          <p:cNvSpPr/>
          <p:nvPr/>
        </p:nvSpPr>
        <p:spPr>
          <a:xfrm>
            <a:off x="7465343" y="354362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8E09A3-F1A7-FD4F-B292-4B4516A0A8F9}"/>
              </a:ext>
            </a:extLst>
          </p:cNvPr>
          <p:cNvSpPr/>
          <p:nvPr/>
        </p:nvSpPr>
        <p:spPr>
          <a:xfrm>
            <a:off x="7700121" y="306856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C7C982-70CC-8447-B9BD-BEBE196B8D89}"/>
              </a:ext>
            </a:extLst>
          </p:cNvPr>
          <p:cNvSpPr/>
          <p:nvPr/>
        </p:nvSpPr>
        <p:spPr>
          <a:xfrm>
            <a:off x="8066706" y="340358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81C992-4544-DB41-A3B1-B0E9E50D9634}"/>
              </a:ext>
            </a:extLst>
          </p:cNvPr>
          <p:cNvSpPr/>
          <p:nvPr/>
        </p:nvSpPr>
        <p:spPr>
          <a:xfrm>
            <a:off x="8829300" y="269946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843B93-FF43-E941-8591-8073545DA98E}"/>
              </a:ext>
            </a:extLst>
          </p:cNvPr>
          <p:cNvSpPr/>
          <p:nvPr/>
        </p:nvSpPr>
        <p:spPr>
          <a:xfrm>
            <a:off x="9256253" y="304723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A1B7CD-BB22-2140-ADAC-C46F5446B469}"/>
              </a:ext>
            </a:extLst>
          </p:cNvPr>
          <p:cNvSpPr/>
          <p:nvPr/>
        </p:nvSpPr>
        <p:spPr>
          <a:xfrm>
            <a:off x="9482794" y="249222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333D7D-8ADB-DC4E-A943-5BE611CED9AA}"/>
              </a:ext>
            </a:extLst>
          </p:cNvPr>
          <p:cNvSpPr/>
          <p:nvPr/>
        </p:nvSpPr>
        <p:spPr>
          <a:xfrm>
            <a:off x="9972945" y="285057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ED7940-F540-9749-955B-EAD986E18C5E}"/>
              </a:ext>
            </a:extLst>
          </p:cNvPr>
          <p:cNvSpPr/>
          <p:nvPr/>
        </p:nvSpPr>
        <p:spPr>
          <a:xfrm>
            <a:off x="10487810" y="2076548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8A03C4-19D5-8248-88B6-F20EA79C6F5A}"/>
              </a:ext>
            </a:extLst>
          </p:cNvPr>
          <p:cNvSpPr/>
          <p:nvPr/>
        </p:nvSpPr>
        <p:spPr>
          <a:xfrm>
            <a:off x="11093100" y="241644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/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/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8CE917A7-688A-FA4B-9CB4-FEC180568449}"/>
              </a:ext>
            </a:extLst>
          </p:cNvPr>
          <p:cNvSpPr/>
          <p:nvPr/>
        </p:nvSpPr>
        <p:spPr>
          <a:xfrm>
            <a:off x="8389968" y="306690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s 152">
            <a:extLst>
              <a:ext uri="{FF2B5EF4-FFF2-40B4-BE49-F238E27FC236}">
                <a16:creationId xmlns:a16="http://schemas.microsoft.com/office/drawing/2014/main" id="{15762DA6-2731-2844-8901-02A359BBB6DD}"/>
              </a:ext>
            </a:extLst>
          </p:cNvPr>
          <p:cNvSpPr/>
          <p:nvPr/>
        </p:nvSpPr>
        <p:spPr>
          <a:xfrm>
            <a:off x="6957351" y="1903996"/>
            <a:ext cx="1362150" cy="271224"/>
          </a:xfrm>
          <a:prstGeom prst="rect">
            <a:avLst/>
          </a:prstGeom>
          <a:noFill/>
          <a:ln w="6350"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4AA3AE-163F-334F-A31F-49AFDB9AF83A}"/>
              </a:ext>
            </a:extLst>
          </p:cNvPr>
          <p:cNvGrpSpPr/>
          <p:nvPr/>
        </p:nvGrpSpPr>
        <p:grpSpPr>
          <a:xfrm>
            <a:off x="7011230" y="1898220"/>
            <a:ext cx="1358426" cy="276999"/>
            <a:chOff x="7434409" y="1503475"/>
            <a:chExt cx="1358426" cy="276999"/>
          </a:xfrm>
        </p:grpSpPr>
        <p:sp>
          <p:nvSpPr>
            <p:cNvPr id="34" name="Text Box 1">
              <a:extLst>
                <a:ext uri="{FF2B5EF4-FFF2-40B4-BE49-F238E27FC236}">
                  <a16:creationId xmlns:a16="http://schemas.microsoft.com/office/drawing/2014/main" id="{74235FF0-5CDD-D746-A731-620D4F68598D}"/>
                </a:ext>
              </a:extLst>
            </p:cNvPr>
            <p:cNvSpPr txBox="1"/>
            <p:nvPr/>
          </p:nvSpPr>
          <p:spPr>
            <a:xfrm>
              <a:off x="7584299" y="1503475"/>
              <a:ext cx="1208536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sz="12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Training sample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A7FCCCD-3014-CC4F-863B-15EFE27F2B65}"/>
                </a:ext>
              </a:extLst>
            </p:cNvPr>
            <p:cNvSpPr/>
            <p:nvPr/>
          </p:nvSpPr>
          <p:spPr>
            <a:xfrm>
              <a:off x="7434409" y="1571523"/>
              <a:ext cx="140043" cy="140043"/>
            </a:xfrm>
            <a:prstGeom prst="ellipse">
              <a:avLst/>
            </a:prstGeom>
            <a:solidFill>
              <a:srgbClr val="FBC82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9" name="Cross 38">
            <a:extLst>
              <a:ext uri="{FF2B5EF4-FFF2-40B4-BE49-F238E27FC236}">
                <a16:creationId xmlns:a16="http://schemas.microsoft.com/office/drawing/2014/main" id="{F0EA6EBD-5F23-4446-8F61-B47C110B0069}"/>
              </a:ext>
            </a:extLst>
          </p:cNvPr>
          <p:cNvSpPr/>
          <p:nvPr/>
        </p:nvSpPr>
        <p:spPr>
          <a:xfrm>
            <a:off x="8030219" y="2817759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1">
            <a:extLst>
              <a:ext uri="{FF2B5EF4-FFF2-40B4-BE49-F238E27FC236}">
                <a16:creationId xmlns:a16="http://schemas.microsoft.com/office/drawing/2014/main" id="{B3244475-7D1B-4942-95F0-4B1DDF9B878C}"/>
              </a:ext>
            </a:extLst>
          </p:cNvPr>
          <p:cNvSpPr txBox="1"/>
          <p:nvPr/>
        </p:nvSpPr>
        <p:spPr>
          <a:xfrm>
            <a:off x="9972945" y="5035324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440C37B-8F65-6E43-9E77-6A8168F2458E}"/>
              </a:ext>
            </a:extLst>
          </p:cNvPr>
          <p:cNvSpPr/>
          <p:nvPr/>
        </p:nvSpPr>
        <p:spPr>
          <a:xfrm>
            <a:off x="7663726" y="3032440"/>
            <a:ext cx="231096" cy="231096"/>
          </a:xfrm>
          <a:prstGeom prst="ellipse">
            <a:avLst/>
          </a:prstGeom>
          <a:noFill/>
          <a:ln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5331B8D-CBDC-CB4D-8614-F7CD03F2CB91}"/>
              </a:ext>
            </a:extLst>
          </p:cNvPr>
          <p:cNvSpPr/>
          <p:nvPr/>
        </p:nvSpPr>
        <p:spPr>
          <a:xfrm>
            <a:off x="8030219" y="3358056"/>
            <a:ext cx="231096" cy="231096"/>
          </a:xfrm>
          <a:prstGeom prst="ellipse">
            <a:avLst/>
          </a:prstGeom>
          <a:noFill/>
          <a:ln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F610141-DC5A-6546-88B5-BC50DD73D606}"/>
              </a:ext>
            </a:extLst>
          </p:cNvPr>
          <p:cNvSpPr/>
          <p:nvPr/>
        </p:nvSpPr>
        <p:spPr>
          <a:xfrm>
            <a:off x="8344441" y="3017831"/>
            <a:ext cx="231096" cy="231096"/>
          </a:xfrm>
          <a:prstGeom prst="ellipse">
            <a:avLst/>
          </a:prstGeom>
          <a:noFill/>
          <a:ln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7742A93-90BF-9E45-B2A2-687BFFAFE763}"/>
              </a:ext>
            </a:extLst>
          </p:cNvPr>
          <p:cNvSpPr/>
          <p:nvPr/>
        </p:nvSpPr>
        <p:spPr>
          <a:xfrm>
            <a:off x="8075745" y="3076115"/>
            <a:ext cx="140043" cy="140043"/>
          </a:xfrm>
          <a:prstGeom prst="ellipse">
            <a:avLst/>
          </a:prstGeom>
          <a:solidFill>
            <a:srgbClr val="FF5657"/>
          </a:solidFill>
          <a:ln w="12700"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42FA4E-E06D-E645-81F6-1A99BE3405A8}"/>
              </a:ext>
            </a:extLst>
          </p:cNvPr>
          <p:cNvCxnSpPr>
            <a:cxnSpLocks/>
          </p:cNvCxnSpPr>
          <p:nvPr/>
        </p:nvCxnSpPr>
        <p:spPr>
          <a:xfrm flipH="1">
            <a:off x="6542978" y="3146137"/>
            <a:ext cx="308682" cy="0"/>
          </a:xfrm>
          <a:prstGeom prst="line">
            <a:avLst/>
          </a:prstGeom>
          <a:ln w="50800">
            <a:solidFill>
              <a:srgbClr val="FF56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">
            <a:extLst>
              <a:ext uri="{FF2B5EF4-FFF2-40B4-BE49-F238E27FC236}">
                <a16:creationId xmlns:a16="http://schemas.microsoft.com/office/drawing/2014/main" id="{590EB44B-ADBD-0A49-8A75-1A0F016F1E35}"/>
              </a:ext>
            </a:extLst>
          </p:cNvPr>
          <p:cNvSpPr txBox="1"/>
          <p:nvPr/>
        </p:nvSpPr>
        <p:spPr>
          <a:xfrm>
            <a:off x="371474" y="1134110"/>
            <a:ext cx="5721320" cy="11621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outcome (label / dependent variable)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a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</a:rPr>
              <a:t>new test sample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computed based on 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mean of the outcomes/labels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its K nearest neighbors.</a:t>
            </a:r>
          </a:p>
        </p:txBody>
      </p:sp>
    </p:spTree>
    <p:extLst>
      <p:ext uri="{BB962C8B-B14F-4D97-AF65-F5344CB8AC3E}">
        <p14:creationId xmlns:p14="http://schemas.microsoft.com/office/powerpoint/2010/main" val="311763860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31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13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8" name="Google Shape;208;p43"/>
          <p:cNvSpPr/>
          <p:nvPr/>
        </p:nvSpPr>
        <p:spPr>
          <a:xfrm>
            <a:off x="641824" y="274955"/>
            <a:ext cx="1090835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Variant: KNN Regression</a:t>
            </a:r>
            <a:endParaRPr lang="en-US" sz="32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463296" y="875975"/>
            <a:ext cx="5743337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C881D2-6642-2448-A66B-0E4D2238EFB0}"/>
              </a:ext>
            </a:extLst>
          </p:cNvPr>
          <p:cNvCxnSpPr/>
          <p:nvPr/>
        </p:nvCxnSpPr>
        <p:spPr>
          <a:xfrm flipV="1">
            <a:off x="6734927" y="1868127"/>
            <a:ext cx="0" cy="2734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2CA369-1F5F-DF4F-ABAD-A4D349B61096}"/>
              </a:ext>
            </a:extLst>
          </p:cNvPr>
          <p:cNvCxnSpPr>
            <a:cxnSpLocks/>
          </p:cNvCxnSpPr>
          <p:nvPr/>
        </p:nvCxnSpPr>
        <p:spPr>
          <a:xfrm>
            <a:off x="6512504" y="4257100"/>
            <a:ext cx="46335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6CDE136-D74C-0E48-A5D7-115011B41D55}"/>
              </a:ext>
            </a:extLst>
          </p:cNvPr>
          <p:cNvSpPr/>
          <p:nvPr/>
        </p:nvSpPr>
        <p:spPr>
          <a:xfrm>
            <a:off x="7090521" y="320112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4CF376-062F-DF4B-9CA2-A30B599F2011}"/>
              </a:ext>
            </a:extLst>
          </p:cNvPr>
          <p:cNvSpPr/>
          <p:nvPr/>
        </p:nvSpPr>
        <p:spPr>
          <a:xfrm>
            <a:off x="7465343" y="354362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8E09A3-F1A7-FD4F-B292-4B4516A0A8F9}"/>
              </a:ext>
            </a:extLst>
          </p:cNvPr>
          <p:cNvSpPr/>
          <p:nvPr/>
        </p:nvSpPr>
        <p:spPr>
          <a:xfrm>
            <a:off x="7700121" y="306856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C7C982-70CC-8447-B9BD-BEBE196B8D89}"/>
              </a:ext>
            </a:extLst>
          </p:cNvPr>
          <p:cNvSpPr/>
          <p:nvPr/>
        </p:nvSpPr>
        <p:spPr>
          <a:xfrm>
            <a:off x="8066706" y="340358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81C992-4544-DB41-A3B1-B0E9E50D9634}"/>
              </a:ext>
            </a:extLst>
          </p:cNvPr>
          <p:cNvSpPr/>
          <p:nvPr/>
        </p:nvSpPr>
        <p:spPr>
          <a:xfrm>
            <a:off x="8829300" y="2699466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843B93-FF43-E941-8591-8073545DA98E}"/>
              </a:ext>
            </a:extLst>
          </p:cNvPr>
          <p:cNvSpPr/>
          <p:nvPr/>
        </p:nvSpPr>
        <p:spPr>
          <a:xfrm>
            <a:off x="9256253" y="3047231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A1B7CD-BB22-2140-ADAC-C46F5446B469}"/>
              </a:ext>
            </a:extLst>
          </p:cNvPr>
          <p:cNvSpPr/>
          <p:nvPr/>
        </p:nvSpPr>
        <p:spPr>
          <a:xfrm>
            <a:off x="9482794" y="249222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333D7D-8ADB-DC4E-A943-5BE611CED9AA}"/>
              </a:ext>
            </a:extLst>
          </p:cNvPr>
          <p:cNvSpPr/>
          <p:nvPr/>
        </p:nvSpPr>
        <p:spPr>
          <a:xfrm>
            <a:off x="9972945" y="2850573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ED7940-F540-9749-955B-EAD986E18C5E}"/>
              </a:ext>
            </a:extLst>
          </p:cNvPr>
          <p:cNvSpPr/>
          <p:nvPr/>
        </p:nvSpPr>
        <p:spPr>
          <a:xfrm>
            <a:off x="10487810" y="2076548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8A03C4-19D5-8248-88B6-F20EA79C6F5A}"/>
              </a:ext>
            </a:extLst>
          </p:cNvPr>
          <p:cNvSpPr/>
          <p:nvPr/>
        </p:nvSpPr>
        <p:spPr>
          <a:xfrm>
            <a:off x="11093100" y="2416442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/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16D62B-F614-E341-9F4A-2121E23FD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225" y="1474346"/>
                <a:ext cx="389402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/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45A624-46A5-FB4F-A41A-B0DDD1173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015" y="4308489"/>
                <a:ext cx="48821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8CE917A7-688A-FA4B-9CB4-FEC180568449}"/>
              </a:ext>
            </a:extLst>
          </p:cNvPr>
          <p:cNvSpPr/>
          <p:nvPr/>
        </p:nvSpPr>
        <p:spPr>
          <a:xfrm>
            <a:off x="8389968" y="3066907"/>
            <a:ext cx="140043" cy="140043"/>
          </a:xfrm>
          <a:prstGeom prst="ellipse">
            <a:avLst/>
          </a:prstGeom>
          <a:solidFill>
            <a:srgbClr val="FBC82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s 152">
            <a:extLst>
              <a:ext uri="{FF2B5EF4-FFF2-40B4-BE49-F238E27FC236}">
                <a16:creationId xmlns:a16="http://schemas.microsoft.com/office/drawing/2014/main" id="{15762DA6-2731-2844-8901-02A359BBB6DD}"/>
              </a:ext>
            </a:extLst>
          </p:cNvPr>
          <p:cNvSpPr/>
          <p:nvPr/>
        </p:nvSpPr>
        <p:spPr>
          <a:xfrm>
            <a:off x="6957351" y="1903996"/>
            <a:ext cx="1362150" cy="271224"/>
          </a:xfrm>
          <a:prstGeom prst="rect">
            <a:avLst/>
          </a:prstGeom>
          <a:noFill/>
          <a:ln w="6350">
            <a:solidFill>
              <a:srgbClr val="6969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4AA3AE-163F-334F-A31F-49AFDB9AF83A}"/>
              </a:ext>
            </a:extLst>
          </p:cNvPr>
          <p:cNvGrpSpPr/>
          <p:nvPr/>
        </p:nvGrpSpPr>
        <p:grpSpPr>
          <a:xfrm>
            <a:off x="7011230" y="1898220"/>
            <a:ext cx="1358426" cy="276999"/>
            <a:chOff x="7434409" y="1503475"/>
            <a:chExt cx="1358426" cy="276999"/>
          </a:xfrm>
        </p:grpSpPr>
        <p:sp>
          <p:nvSpPr>
            <p:cNvPr id="34" name="Text Box 1">
              <a:extLst>
                <a:ext uri="{FF2B5EF4-FFF2-40B4-BE49-F238E27FC236}">
                  <a16:creationId xmlns:a16="http://schemas.microsoft.com/office/drawing/2014/main" id="{74235FF0-5CDD-D746-A731-620D4F68598D}"/>
                </a:ext>
              </a:extLst>
            </p:cNvPr>
            <p:cNvSpPr txBox="1"/>
            <p:nvPr/>
          </p:nvSpPr>
          <p:spPr>
            <a:xfrm>
              <a:off x="7584299" y="1503475"/>
              <a:ext cx="1208536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sz="12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Training sample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A7FCCCD-3014-CC4F-863B-15EFE27F2B65}"/>
                </a:ext>
              </a:extLst>
            </p:cNvPr>
            <p:cNvSpPr/>
            <p:nvPr/>
          </p:nvSpPr>
          <p:spPr>
            <a:xfrm>
              <a:off x="7434409" y="1571523"/>
              <a:ext cx="140043" cy="140043"/>
            </a:xfrm>
            <a:prstGeom prst="ellipse">
              <a:avLst/>
            </a:prstGeom>
            <a:solidFill>
              <a:srgbClr val="FBC82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9" name="Cross 38">
            <a:extLst>
              <a:ext uri="{FF2B5EF4-FFF2-40B4-BE49-F238E27FC236}">
                <a16:creationId xmlns:a16="http://schemas.microsoft.com/office/drawing/2014/main" id="{F0EA6EBD-5F23-4446-8F61-B47C110B0069}"/>
              </a:ext>
            </a:extLst>
          </p:cNvPr>
          <p:cNvSpPr/>
          <p:nvPr/>
        </p:nvSpPr>
        <p:spPr>
          <a:xfrm>
            <a:off x="8030219" y="2817759"/>
            <a:ext cx="176530" cy="176530"/>
          </a:xfrm>
          <a:prstGeom prst="plus">
            <a:avLst/>
          </a:prstGeom>
          <a:solidFill>
            <a:srgbClr val="358EF2"/>
          </a:solidFill>
          <a:ln w="6350">
            <a:solidFill>
              <a:srgbClr val="6969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1">
            <a:extLst>
              <a:ext uri="{FF2B5EF4-FFF2-40B4-BE49-F238E27FC236}">
                <a16:creationId xmlns:a16="http://schemas.microsoft.com/office/drawing/2014/main" id="{B3244475-7D1B-4942-95F0-4B1DDF9B878C}"/>
              </a:ext>
            </a:extLst>
          </p:cNvPr>
          <p:cNvSpPr txBox="1"/>
          <p:nvPr/>
        </p:nvSpPr>
        <p:spPr>
          <a:xfrm>
            <a:off x="9972945" y="5035324"/>
            <a:ext cx="9817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Arvo" panose="02000000000000000000" charset="0"/>
                <a:cs typeface="Arvo" panose="02000000000000000000" charset="0"/>
              </a:rPr>
              <a:t>k = 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440C37B-8F65-6E43-9E77-6A8168F2458E}"/>
              </a:ext>
            </a:extLst>
          </p:cNvPr>
          <p:cNvSpPr/>
          <p:nvPr/>
        </p:nvSpPr>
        <p:spPr>
          <a:xfrm>
            <a:off x="7663726" y="3032440"/>
            <a:ext cx="231096" cy="231096"/>
          </a:xfrm>
          <a:prstGeom prst="ellipse">
            <a:avLst/>
          </a:prstGeom>
          <a:noFill/>
          <a:ln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5331B8D-CBDC-CB4D-8614-F7CD03F2CB91}"/>
              </a:ext>
            </a:extLst>
          </p:cNvPr>
          <p:cNvSpPr/>
          <p:nvPr/>
        </p:nvSpPr>
        <p:spPr>
          <a:xfrm>
            <a:off x="8030219" y="3358056"/>
            <a:ext cx="231096" cy="231096"/>
          </a:xfrm>
          <a:prstGeom prst="ellipse">
            <a:avLst/>
          </a:prstGeom>
          <a:noFill/>
          <a:ln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F610141-DC5A-6546-88B5-BC50DD73D606}"/>
              </a:ext>
            </a:extLst>
          </p:cNvPr>
          <p:cNvSpPr/>
          <p:nvPr/>
        </p:nvSpPr>
        <p:spPr>
          <a:xfrm>
            <a:off x="8344441" y="3017831"/>
            <a:ext cx="231096" cy="231096"/>
          </a:xfrm>
          <a:prstGeom prst="ellipse">
            <a:avLst/>
          </a:prstGeom>
          <a:noFill/>
          <a:ln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7742A93-90BF-9E45-B2A2-687BFFAFE763}"/>
              </a:ext>
            </a:extLst>
          </p:cNvPr>
          <p:cNvSpPr/>
          <p:nvPr/>
        </p:nvSpPr>
        <p:spPr>
          <a:xfrm>
            <a:off x="8075745" y="3076115"/>
            <a:ext cx="140043" cy="140043"/>
          </a:xfrm>
          <a:prstGeom prst="ellipse">
            <a:avLst/>
          </a:prstGeom>
          <a:solidFill>
            <a:srgbClr val="FF5657"/>
          </a:solidFill>
          <a:ln w="12700">
            <a:solidFill>
              <a:srgbClr val="FF5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42FA4E-E06D-E645-81F6-1A99BE3405A8}"/>
              </a:ext>
            </a:extLst>
          </p:cNvPr>
          <p:cNvCxnSpPr>
            <a:cxnSpLocks/>
          </p:cNvCxnSpPr>
          <p:nvPr/>
        </p:nvCxnSpPr>
        <p:spPr>
          <a:xfrm flipH="1">
            <a:off x="6542978" y="3146137"/>
            <a:ext cx="308682" cy="0"/>
          </a:xfrm>
          <a:prstGeom prst="line">
            <a:avLst/>
          </a:prstGeom>
          <a:ln w="50800">
            <a:solidFill>
              <a:srgbClr val="FF56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">
            <a:extLst>
              <a:ext uri="{FF2B5EF4-FFF2-40B4-BE49-F238E27FC236}">
                <a16:creationId xmlns:a16="http://schemas.microsoft.com/office/drawing/2014/main" id="{590EB44B-ADBD-0A49-8A75-1A0F016F1E35}"/>
              </a:ext>
            </a:extLst>
          </p:cNvPr>
          <p:cNvSpPr txBox="1"/>
          <p:nvPr/>
        </p:nvSpPr>
        <p:spPr>
          <a:xfrm>
            <a:off x="371474" y="1134110"/>
            <a:ext cx="5721320" cy="11621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outcome (label / dependent variable)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a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</a:rPr>
              <a:t>new test sample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computed based on the </a:t>
            </a:r>
            <a:r>
              <a:rPr lang="en-US" sz="1600" b="1" dirty="0">
                <a:latin typeface="Candara" panose="020E0502030303020204" charset="0"/>
                <a:cs typeface="Candara" panose="020E0502030303020204" charset="0"/>
              </a:rPr>
              <a:t>mean of the outcomes/labels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its K nearest neighbors.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72C0C-DA27-8E4B-9935-34494A3AD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84" y="5622111"/>
            <a:ext cx="6767268" cy="67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525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/>
        </p:nvSpPr>
        <p:spPr>
          <a:xfrm>
            <a:off x="896724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p40"/>
          <p:cNvPicPr preferRelativeResize="0"/>
          <p:nvPr/>
        </p:nvPicPr>
        <p:blipFill rotWithShape="1">
          <a:blip r:embed="rId3"/>
          <a:srcRect l="6560" t="12703" r="7068" b="11590"/>
          <a:stretch>
            <a:fillRect/>
          </a:stretch>
        </p:blipFill>
        <p:spPr>
          <a:xfrm>
            <a:off x="10016640" y="5689440"/>
            <a:ext cx="1803600" cy="78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0"/>
          <p:cNvSpPr/>
          <p:nvPr/>
        </p:nvSpPr>
        <p:spPr>
          <a:xfrm>
            <a:off x="11400480" y="6422400"/>
            <a:ext cx="306720" cy="222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0"/>
          <p:cNvSpPr/>
          <p:nvPr/>
        </p:nvSpPr>
        <p:spPr>
          <a:xfrm>
            <a:off x="556350" y="798120"/>
            <a:ext cx="11079300" cy="1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strike="noStrike" dirty="0" err="1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Aprendizado</a:t>
            </a:r>
            <a:r>
              <a:rPr lang="en-US" sz="36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 de </a:t>
            </a:r>
            <a:r>
              <a:rPr lang="en-US" sz="3600" b="1" strike="noStrike" dirty="0" err="1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Máquina</a:t>
            </a:r>
            <a:r>
              <a:rPr lang="en-US" sz="36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 e</a:t>
            </a:r>
            <a:endParaRPr sz="36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strike="noStrike" dirty="0" err="1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Reconhecimento</a:t>
            </a:r>
            <a:r>
              <a:rPr lang="en-US" sz="36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 de </a:t>
            </a:r>
            <a:r>
              <a:rPr lang="en-US" sz="3600" b="1" strike="noStrike" dirty="0" err="1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Padrões</a:t>
            </a:r>
            <a:endParaRPr sz="36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sp>
        <p:nvSpPr>
          <p:cNvPr id="178" name="Google Shape;178;p40"/>
          <p:cNvSpPr/>
          <p:nvPr/>
        </p:nvSpPr>
        <p:spPr>
          <a:xfrm>
            <a:off x="915608" y="3080142"/>
            <a:ext cx="1036078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600" dirty="0">
                <a:solidFill>
                  <a:srgbClr val="303030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K-Nearest Neighbors (KNN)</a:t>
            </a:r>
          </a:p>
        </p:txBody>
      </p:sp>
      <p:sp>
        <p:nvSpPr>
          <p:cNvPr id="179" name="Google Shape;179;p40"/>
          <p:cNvSpPr/>
          <p:nvPr/>
        </p:nvSpPr>
        <p:spPr>
          <a:xfrm>
            <a:off x="3580350" y="5459400"/>
            <a:ext cx="5031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00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noStrike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Prof. </a:t>
            </a:r>
            <a:r>
              <a:rPr lang="en-US" sz="2400" strike="noStrike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Dr. Samuel </a:t>
            </a:r>
            <a:r>
              <a:rPr lang="en-US" sz="2400" strike="noStrike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Martins (</a:t>
            </a:r>
            <a:r>
              <a:rPr lang="en-US" sz="2400" strike="noStrike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Samuka</a:t>
            </a:r>
            <a:r>
              <a:rPr lang="en-US" sz="2400" strike="noStrike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)</a:t>
            </a:r>
            <a:endParaRPr sz="2400" strike="noStrike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strike="noStrike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samuel.martins@ifsp.edu.br</a:t>
            </a:r>
            <a:endParaRPr sz="1600" strike="noStrike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</p:txBody>
      </p:sp>
      <p:pic>
        <p:nvPicPr>
          <p:cNvPr id="180" name="Google Shape;180;p4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71520" y="6034680"/>
            <a:ext cx="1306080" cy="45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424160" y="592560"/>
            <a:ext cx="1053360" cy="105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0"/>
          <p:cNvSpPr txBox="1"/>
          <p:nvPr/>
        </p:nvSpPr>
        <p:spPr>
          <a:xfrm>
            <a:off x="3108960" y="9181440"/>
            <a:ext cx="9010800" cy="6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https://www.flaticon.com/free-icon/brain_3617186?term=machine%20learning&amp;page=1&amp;position=2&amp;page=1&amp;position=2&amp;related_id=3617186&amp;origin=tag</a:t>
            </a:r>
            <a:endParaRPr sz="1800" b="0" strike="noStrike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243712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2402</Words>
  <Application>Microsoft Office PowerPoint</Application>
  <PresentationFormat>Widescreen</PresentationFormat>
  <Paragraphs>731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32</vt:i4>
      </vt:variant>
    </vt:vector>
  </HeadingPairs>
  <TitlesOfParts>
    <vt:vector size="41" baseType="lpstr">
      <vt:lpstr>Arial</vt:lpstr>
      <vt:lpstr>Arvo</vt:lpstr>
      <vt:lpstr>Calibri</vt:lpstr>
      <vt:lpstr>Calibri Light</vt:lpstr>
      <vt:lpstr>Cambria Math</vt:lpstr>
      <vt:lpstr>Candara</vt:lpstr>
      <vt:lpstr>Times New Roman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Martins</dc:creator>
  <cp:lastModifiedBy>Everton Silva</cp:lastModifiedBy>
  <cp:revision>56</cp:revision>
  <dcterms:created xsi:type="dcterms:W3CDTF">2021-10-13T20:20:39Z</dcterms:created>
  <dcterms:modified xsi:type="dcterms:W3CDTF">2023-10-30T11:56:59Z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